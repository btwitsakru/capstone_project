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77" r:id="rId1"/>
  </p:sldMasterIdLst>
  <p:notesMasterIdLst>
    <p:notesMasterId r:id="rId3"/>
  </p:notesMasterIdLst>
  <p:sldIdLst>
    <p:sldId id="259" r:id="rId2"/>
  </p:sldIdLst>
  <p:sldSz cx="32004000" cy="36360100"/>
  <p:notesSz cx="37947600" cy="50749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0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C4B2"/>
    <a:srgbClr val="DACDCD"/>
    <a:srgbClr val="FFF7DA"/>
    <a:srgbClr val="9F282C"/>
    <a:srgbClr val="C00000"/>
    <a:srgbClr val="EDE7E3"/>
    <a:srgbClr val="E5DFDB"/>
    <a:srgbClr val="EDDFDF"/>
    <a:srgbClr val="CA0202"/>
    <a:srgbClr val="E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9296" autoAdjust="0"/>
  </p:normalViewPr>
  <p:slideViewPr>
    <p:cSldViewPr>
      <p:cViewPr varScale="1">
        <p:scale>
          <a:sx n="15" d="100"/>
          <a:sy n="15" d="100"/>
        </p:scale>
        <p:origin x="2736" y="120"/>
      </p:cViewPr>
      <p:guideLst>
        <p:guide orient="horz" pos="11452"/>
        <p:guide pos="100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19" name="Rectangle 3"/>
          <p:cNvSpPr>
            <a:spLocks noGrp="1" noChangeArrowheads="1"/>
          </p:cNvSpPr>
          <p:nvPr>
            <p:ph type="dt" idx="1"/>
          </p:nvPr>
        </p:nvSpPr>
        <p:spPr bwMode="auto">
          <a:xfrm>
            <a:off x="2148840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aseline="0">
                <a:latin typeface="Arial" charset="0"/>
                <a:ea typeface="+mn-ea"/>
                <a:cs typeface="宋体" charset="-122"/>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0590213" y="3810000"/>
            <a:ext cx="16767175" cy="1905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5029200" y="24079200"/>
            <a:ext cx="27889200" cy="22860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22" name="Rectangle 6"/>
          <p:cNvSpPr>
            <a:spLocks noGrp="1" noChangeArrowheads="1"/>
          </p:cNvSpPr>
          <p:nvPr>
            <p:ph type="ftr" sz="quarter" idx="4"/>
          </p:nvPr>
        </p:nvSpPr>
        <p:spPr bwMode="auto">
          <a:xfrm>
            <a:off x="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23" name="Rectangle 7"/>
          <p:cNvSpPr>
            <a:spLocks noGrp="1" noChangeArrowheads="1"/>
          </p:cNvSpPr>
          <p:nvPr>
            <p:ph type="sldNum" sz="quarter" idx="5"/>
          </p:nvPr>
        </p:nvSpPr>
        <p:spPr bwMode="auto">
          <a:xfrm>
            <a:off x="2148840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aseline="0">
                <a:ea typeface="SimSun" pitchFamily="2" charset="-122"/>
              </a:defRPr>
            </a:lvl1pPr>
          </a:lstStyle>
          <a:p>
            <a:fld id="{F292183B-F5F8-4439-922E-D0C2BF219BD4}" type="slidenum">
              <a:rPr lang="en-US" altLang="zh-CN"/>
              <a:pPr/>
              <a:t>‹#›</a:t>
            </a:fld>
            <a:endParaRPr lang="en-US" altLang="zh-CN"/>
          </a:p>
        </p:txBody>
      </p:sp>
    </p:spTree>
    <p:extLst>
      <p:ext uri="{BB962C8B-B14F-4D97-AF65-F5344CB8AC3E}">
        <p14:creationId xmlns:p14="http://schemas.microsoft.com/office/powerpoint/2010/main" val="5407477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S PGothic" pitchFamily="34" charset="-128"/>
        <a:cs typeface="ＭＳ Ｐゴシック" charset="-128"/>
      </a:defRPr>
    </a:lvl1pPr>
    <a:lvl2pPr marL="399662"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2pPr>
    <a:lvl3pPr marL="79931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3pPr>
    <a:lvl4pPr marL="1198973"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4pPr>
    <a:lvl5pPr marL="159863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5pPr>
    <a:lvl6pPr marL="1998278" algn="l" defTabSz="399662" rtl="0" eaLnBrk="1" latinLnBrk="0" hangingPunct="1">
      <a:defRPr sz="1000" kern="1200">
        <a:solidFill>
          <a:schemeClr val="tx1"/>
        </a:solidFill>
        <a:latin typeface="+mn-lt"/>
        <a:ea typeface="+mn-ea"/>
        <a:cs typeface="+mn-cs"/>
      </a:defRPr>
    </a:lvl6pPr>
    <a:lvl7pPr marL="2397941" algn="l" defTabSz="399662" rtl="0" eaLnBrk="1" latinLnBrk="0" hangingPunct="1">
      <a:defRPr sz="1000" kern="1200">
        <a:solidFill>
          <a:schemeClr val="tx1"/>
        </a:solidFill>
        <a:latin typeface="+mn-lt"/>
        <a:ea typeface="+mn-ea"/>
        <a:cs typeface="+mn-cs"/>
      </a:defRPr>
    </a:lvl7pPr>
    <a:lvl8pPr marL="2797603" algn="l" defTabSz="399662" rtl="0" eaLnBrk="1" latinLnBrk="0" hangingPunct="1">
      <a:defRPr sz="1000" kern="1200">
        <a:solidFill>
          <a:schemeClr val="tx1"/>
        </a:solidFill>
        <a:latin typeface="+mn-lt"/>
        <a:ea typeface="+mn-ea"/>
        <a:cs typeface="+mn-cs"/>
      </a:defRPr>
    </a:lvl8pPr>
    <a:lvl9pPr marL="3197251" algn="l" defTabSz="399662" rtl="0" eaLnBrk="1" latinLnBrk="0" hangingPunct="1">
      <a:defRPr sz="1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9472-38D6-BC17-607E-805F1B98A579}"/>
              </a:ext>
            </a:extLst>
          </p:cNvPr>
          <p:cNvSpPr>
            <a:spLocks noGrp="1"/>
          </p:cNvSpPr>
          <p:nvPr>
            <p:ph type="ctrTitle"/>
          </p:nvPr>
        </p:nvSpPr>
        <p:spPr>
          <a:xfrm>
            <a:off x="4000500" y="5950603"/>
            <a:ext cx="24003000" cy="12658701"/>
          </a:xfrm>
        </p:spPr>
        <p:txBody>
          <a:bodyPr anchor="b"/>
          <a:lstStyle>
            <a:lvl1pPr algn="ctr">
              <a:defRPr sz="15750"/>
            </a:lvl1pPr>
          </a:lstStyle>
          <a:p>
            <a:r>
              <a:rPr lang="en-US"/>
              <a:t>Click to edit Master title style</a:t>
            </a:r>
            <a:endParaRPr lang="en-IN"/>
          </a:p>
        </p:txBody>
      </p:sp>
      <p:sp>
        <p:nvSpPr>
          <p:cNvPr id="3" name="Subtitle 2">
            <a:extLst>
              <a:ext uri="{FF2B5EF4-FFF2-40B4-BE49-F238E27FC236}">
                <a16:creationId xmlns:a16="http://schemas.microsoft.com/office/drawing/2014/main" id="{855CBD1B-18C4-F6F2-E539-0AB1A79FF774}"/>
              </a:ext>
            </a:extLst>
          </p:cNvPr>
          <p:cNvSpPr>
            <a:spLocks noGrp="1"/>
          </p:cNvSpPr>
          <p:nvPr>
            <p:ph type="subTitle" idx="1"/>
          </p:nvPr>
        </p:nvSpPr>
        <p:spPr>
          <a:xfrm>
            <a:off x="4000500" y="19097472"/>
            <a:ext cx="24003000" cy="8778605"/>
          </a:xfrm>
        </p:spPr>
        <p:txBody>
          <a:bodyPr/>
          <a:lstStyle>
            <a:lvl1pPr marL="0" indent="0" algn="ctr">
              <a:buNone/>
              <a:defRPr sz="6300"/>
            </a:lvl1pPr>
            <a:lvl2pPr marL="1200150" indent="0" algn="ctr">
              <a:buNone/>
              <a:defRPr sz="5250"/>
            </a:lvl2pPr>
            <a:lvl3pPr marL="2400300" indent="0" algn="ctr">
              <a:buNone/>
              <a:defRPr sz="4725"/>
            </a:lvl3pPr>
            <a:lvl4pPr marL="3600450" indent="0" algn="ctr">
              <a:buNone/>
              <a:defRPr sz="4200"/>
            </a:lvl4pPr>
            <a:lvl5pPr marL="4800600" indent="0" algn="ctr">
              <a:buNone/>
              <a:defRPr sz="4200"/>
            </a:lvl5pPr>
            <a:lvl6pPr marL="6000750" indent="0" algn="ctr">
              <a:buNone/>
              <a:defRPr sz="4200"/>
            </a:lvl6pPr>
            <a:lvl7pPr marL="7200900" indent="0" algn="ctr">
              <a:buNone/>
              <a:defRPr sz="4200"/>
            </a:lvl7pPr>
            <a:lvl8pPr marL="8401050" indent="0" algn="ctr">
              <a:buNone/>
              <a:defRPr sz="4200"/>
            </a:lvl8pPr>
            <a:lvl9pPr marL="9601200" indent="0" algn="ctr">
              <a:buNone/>
              <a:defRPr sz="4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F4EFA4-8EBD-27A4-923E-DF7E2762492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3F7BBAEF-C753-8577-5D0A-9623DB64662E}"/>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B0ED307F-69B1-D758-A45F-D18FC87FCD9F}"/>
              </a:ext>
            </a:extLst>
          </p:cNvPr>
          <p:cNvSpPr>
            <a:spLocks noGrp="1"/>
          </p:cNvSpPr>
          <p:nvPr>
            <p:ph type="sldNum" sz="quarter" idx="12"/>
          </p:nvPr>
        </p:nvSpPr>
        <p:spPr/>
        <p:txBody>
          <a:bodyPr/>
          <a:lstStyle/>
          <a:p>
            <a:fld id="{37A3E2A6-8D49-4474-8C7A-1BD77D36969A}" type="slidenum">
              <a:rPr lang="en-US" altLang="zh-CN" smtClean="0"/>
              <a:pPr/>
              <a:t>‹#›</a:t>
            </a:fld>
            <a:endParaRPr lang="en-US" altLang="zh-CN"/>
          </a:p>
        </p:txBody>
      </p:sp>
    </p:spTree>
    <p:extLst>
      <p:ext uri="{BB962C8B-B14F-4D97-AF65-F5344CB8AC3E}">
        <p14:creationId xmlns:p14="http://schemas.microsoft.com/office/powerpoint/2010/main" val="59795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8C9B-DCBF-475C-CF55-DC6C7F87B7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952CA-3FFE-9FFB-968B-A075F82860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1A44F-F549-0305-E558-022C1368D8B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86D3AE0-096C-A57A-0D87-1779C8FD4C11}"/>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19BCA4A-ED54-6D6D-B43B-01873103AFC1}"/>
              </a:ext>
            </a:extLst>
          </p:cNvPr>
          <p:cNvSpPr>
            <a:spLocks noGrp="1"/>
          </p:cNvSpPr>
          <p:nvPr>
            <p:ph type="sldNum" sz="quarter" idx="12"/>
          </p:nvPr>
        </p:nvSpPr>
        <p:spPr/>
        <p:txBody>
          <a:bodyPr/>
          <a:lstStyle/>
          <a:p>
            <a:fld id="{ED22DA40-2263-4835-8046-3E03B8C47302}" type="slidenum">
              <a:rPr lang="en-US" altLang="zh-CN" smtClean="0"/>
              <a:pPr/>
              <a:t>‹#›</a:t>
            </a:fld>
            <a:endParaRPr lang="en-US" altLang="zh-CN"/>
          </a:p>
        </p:txBody>
      </p:sp>
    </p:spTree>
    <p:extLst>
      <p:ext uri="{BB962C8B-B14F-4D97-AF65-F5344CB8AC3E}">
        <p14:creationId xmlns:p14="http://schemas.microsoft.com/office/powerpoint/2010/main" val="3610375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EFF9-404C-779A-58B7-76C0C8F79324}"/>
              </a:ext>
            </a:extLst>
          </p:cNvPr>
          <p:cNvSpPr>
            <a:spLocks noGrp="1"/>
          </p:cNvSpPr>
          <p:nvPr>
            <p:ph type="title"/>
          </p:nvPr>
        </p:nvSpPr>
        <p:spPr>
          <a:xfrm>
            <a:off x="2183606" y="9064780"/>
            <a:ext cx="27603450" cy="15124789"/>
          </a:xfrm>
        </p:spPr>
        <p:txBody>
          <a:bodyPr anchor="b"/>
          <a:lstStyle>
            <a:lvl1pPr>
              <a:defRPr sz="1575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8A49A4-8D6D-2D89-20EB-336C457394D0}"/>
              </a:ext>
            </a:extLst>
          </p:cNvPr>
          <p:cNvSpPr>
            <a:spLocks noGrp="1"/>
          </p:cNvSpPr>
          <p:nvPr>
            <p:ph type="body" idx="1"/>
          </p:nvPr>
        </p:nvSpPr>
        <p:spPr>
          <a:xfrm>
            <a:off x="2183606" y="24332656"/>
            <a:ext cx="27603450" cy="7953769"/>
          </a:xfrm>
        </p:spPr>
        <p:txBody>
          <a:bodyPr/>
          <a:lstStyle>
            <a:lvl1pPr marL="0" indent="0">
              <a:buNone/>
              <a:defRPr sz="6300">
                <a:solidFill>
                  <a:schemeClr val="tx1">
                    <a:tint val="75000"/>
                  </a:schemeClr>
                </a:solidFill>
              </a:defRPr>
            </a:lvl1pPr>
            <a:lvl2pPr marL="1200150" indent="0">
              <a:buNone/>
              <a:defRPr sz="5250">
                <a:solidFill>
                  <a:schemeClr val="tx1">
                    <a:tint val="75000"/>
                  </a:schemeClr>
                </a:solidFill>
              </a:defRPr>
            </a:lvl2pPr>
            <a:lvl3pPr marL="2400300" indent="0">
              <a:buNone/>
              <a:defRPr sz="4725">
                <a:solidFill>
                  <a:schemeClr val="tx1">
                    <a:tint val="75000"/>
                  </a:schemeClr>
                </a:solidFill>
              </a:defRPr>
            </a:lvl3pPr>
            <a:lvl4pPr marL="3600450" indent="0">
              <a:buNone/>
              <a:defRPr sz="4200">
                <a:solidFill>
                  <a:schemeClr val="tx1">
                    <a:tint val="75000"/>
                  </a:schemeClr>
                </a:solidFill>
              </a:defRPr>
            </a:lvl4pPr>
            <a:lvl5pPr marL="4800600" indent="0">
              <a:buNone/>
              <a:defRPr sz="4200">
                <a:solidFill>
                  <a:schemeClr val="tx1">
                    <a:tint val="75000"/>
                  </a:schemeClr>
                </a:solidFill>
              </a:defRPr>
            </a:lvl5pPr>
            <a:lvl6pPr marL="6000750" indent="0">
              <a:buNone/>
              <a:defRPr sz="4200">
                <a:solidFill>
                  <a:schemeClr val="tx1">
                    <a:tint val="75000"/>
                  </a:schemeClr>
                </a:solidFill>
              </a:defRPr>
            </a:lvl6pPr>
            <a:lvl7pPr marL="7200900" indent="0">
              <a:buNone/>
              <a:defRPr sz="4200">
                <a:solidFill>
                  <a:schemeClr val="tx1">
                    <a:tint val="75000"/>
                  </a:schemeClr>
                </a:solidFill>
              </a:defRPr>
            </a:lvl7pPr>
            <a:lvl8pPr marL="8401050" indent="0">
              <a:buNone/>
              <a:defRPr sz="4200">
                <a:solidFill>
                  <a:schemeClr val="tx1">
                    <a:tint val="75000"/>
                  </a:schemeClr>
                </a:solidFill>
              </a:defRPr>
            </a:lvl8pPr>
            <a:lvl9pPr marL="9601200" indent="0">
              <a:buNone/>
              <a:defRPr sz="4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54A8FD-D785-734F-2B18-28EE0730027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8FA01FDA-278C-ACB9-22E9-5F843E0BB709}"/>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AC938643-3796-F901-20D1-9E7D09BBF920}"/>
              </a:ext>
            </a:extLst>
          </p:cNvPr>
          <p:cNvSpPr>
            <a:spLocks noGrp="1"/>
          </p:cNvSpPr>
          <p:nvPr>
            <p:ph type="sldNum" sz="quarter" idx="12"/>
          </p:nvPr>
        </p:nvSpPr>
        <p:spPr/>
        <p:txBody>
          <a:bodyPr/>
          <a:lstStyle/>
          <a:p>
            <a:fld id="{A69381DC-2011-4E15-83C5-CAC2DE521040}" type="slidenum">
              <a:rPr lang="en-US" altLang="zh-CN" smtClean="0"/>
              <a:pPr/>
              <a:t>‹#›</a:t>
            </a:fld>
            <a:endParaRPr lang="en-US" altLang="zh-CN"/>
          </a:p>
        </p:txBody>
      </p:sp>
    </p:spTree>
    <p:extLst>
      <p:ext uri="{BB962C8B-B14F-4D97-AF65-F5344CB8AC3E}">
        <p14:creationId xmlns:p14="http://schemas.microsoft.com/office/powerpoint/2010/main" val="291257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A68BB-6DBB-B965-7639-85782EDA6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9E7153-AEEB-1006-A860-8CC674A0B223}"/>
              </a:ext>
            </a:extLst>
          </p:cNvPr>
          <p:cNvSpPr>
            <a:spLocks noGrp="1"/>
          </p:cNvSpPr>
          <p:nvPr>
            <p:ph sz="half" idx="1"/>
          </p:nvPr>
        </p:nvSpPr>
        <p:spPr>
          <a:xfrm>
            <a:off x="220027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623DFF-4BC4-15FD-510D-70B9FA1C00B2}"/>
              </a:ext>
            </a:extLst>
          </p:cNvPr>
          <p:cNvSpPr>
            <a:spLocks noGrp="1"/>
          </p:cNvSpPr>
          <p:nvPr>
            <p:ph sz="half" idx="2"/>
          </p:nvPr>
        </p:nvSpPr>
        <p:spPr>
          <a:xfrm>
            <a:off x="1620202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B5AFA9-235D-ABE3-9C26-77536F385A7D}"/>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B9EC0DD-1484-2811-076F-041986A281A3}"/>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38FE110D-F00C-FC43-B333-6BF93982753F}"/>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299128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449-F8A0-833B-90D0-E95A7083AC15}"/>
              </a:ext>
            </a:extLst>
          </p:cNvPr>
          <p:cNvSpPr>
            <a:spLocks noGrp="1"/>
          </p:cNvSpPr>
          <p:nvPr>
            <p:ph type="title"/>
          </p:nvPr>
        </p:nvSpPr>
        <p:spPr>
          <a:xfrm>
            <a:off x="2204443" y="1935841"/>
            <a:ext cx="27603450" cy="7027939"/>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57018E-7CF3-7CF4-ACCC-B6CDCBC0EE3D}"/>
              </a:ext>
            </a:extLst>
          </p:cNvPr>
          <p:cNvSpPr>
            <a:spLocks noGrp="1"/>
          </p:cNvSpPr>
          <p:nvPr>
            <p:ph type="body" idx="1"/>
          </p:nvPr>
        </p:nvSpPr>
        <p:spPr>
          <a:xfrm>
            <a:off x="2204445" y="8913277"/>
            <a:ext cx="13539191"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DDDD43-09AE-40C8-CDDD-49C6D9894827}"/>
              </a:ext>
            </a:extLst>
          </p:cNvPr>
          <p:cNvSpPr>
            <a:spLocks noGrp="1"/>
          </p:cNvSpPr>
          <p:nvPr>
            <p:ph sz="half" idx="2"/>
          </p:nvPr>
        </p:nvSpPr>
        <p:spPr>
          <a:xfrm>
            <a:off x="2204445" y="13281536"/>
            <a:ext cx="13539191"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70AE49-5F62-168B-84F7-2ECE688EC917}"/>
              </a:ext>
            </a:extLst>
          </p:cNvPr>
          <p:cNvSpPr>
            <a:spLocks noGrp="1"/>
          </p:cNvSpPr>
          <p:nvPr>
            <p:ph type="body" sz="quarter" idx="3"/>
          </p:nvPr>
        </p:nvSpPr>
        <p:spPr>
          <a:xfrm>
            <a:off x="16202025" y="8913277"/>
            <a:ext cx="13605869"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73BE7-8ABC-FB06-C904-CBA9E760FA3E}"/>
              </a:ext>
            </a:extLst>
          </p:cNvPr>
          <p:cNvSpPr>
            <a:spLocks noGrp="1"/>
          </p:cNvSpPr>
          <p:nvPr>
            <p:ph sz="quarter" idx="4"/>
          </p:nvPr>
        </p:nvSpPr>
        <p:spPr>
          <a:xfrm>
            <a:off x="16202025" y="13281536"/>
            <a:ext cx="13605869"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E8FF3A-9E94-3F76-115C-62314395F875}"/>
              </a:ext>
            </a:extLst>
          </p:cNvPr>
          <p:cNvSpPr>
            <a:spLocks noGrp="1"/>
          </p:cNvSpPr>
          <p:nvPr>
            <p:ph type="dt" sz="half" idx="10"/>
          </p:nvPr>
        </p:nvSpPr>
        <p:spPr/>
        <p:txBody>
          <a:bodyPr/>
          <a:lstStyle/>
          <a:p>
            <a:pPr>
              <a:defRPr/>
            </a:pPr>
            <a:endParaRPr lang="en-US" altLang="zh-CN"/>
          </a:p>
        </p:txBody>
      </p:sp>
      <p:sp>
        <p:nvSpPr>
          <p:cNvPr id="8" name="Footer Placeholder 7">
            <a:extLst>
              <a:ext uri="{FF2B5EF4-FFF2-40B4-BE49-F238E27FC236}">
                <a16:creationId xmlns:a16="http://schemas.microsoft.com/office/drawing/2014/main" id="{278F5122-0772-B1AC-D5BD-BD1FC8006733}"/>
              </a:ext>
            </a:extLst>
          </p:cNvPr>
          <p:cNvSpPr>
            <a:spLocks noGrp="1"/>
          </p:cNvSpPr>
          <p:nvPr>
            <p:ph type="ftr" sz="quarter" idx="11"/>
          </p:nvPr>
        </p:nvSpPr>
        <p:spPr/>
        <p:txBody>
          <a:bodyPr/>
          <a:lstStyle/>
          <a:p>
            <a:pPr>
              <a:defRPr/>
            </a:pPr>
            <a:endParaRPr lang="en-US" altLang="zh-CN"/>
          </a:p>
        </p:txBody>
      </p:sp>
      <p:sp>
        <p:nvSpPr>
          <p:cNvPr id="9" name="Slide Number Placeholder 8">
            <a:extLst>
              <a:ext uri="{FF2B5EF4-FFF2-40B4-BE49-F238E27FC236}">
                <a16:creationId xmlns:a16="http://schemas.microsoft.com/office/drawing/2014/main" id="{BB3B92A0-231F-5D9F-6352-6982431118FA}"/>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670554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7CC57-87F4-7D9A-F4D5-6F08854011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A76966-9BC8-8D1D-84CB-01690796B9E7}"/>
              </a:ext>
            </a:extLst>
          </p:cNvPr>
          <p:cNvSpPr>
            <a:spLocks noGrp="1"/>
          </p:cNvSpPr>
          <p:nvPr>
            <p:ph type="dt" sz="half" idx="10"/>
          </p:nvPr>
        </p:nvSpPr>
        <p:spPr/>
        <p:txBody>
          <a:bodyPr/>
          <a:lstStyle/>
          <a:p>
            <a:pPr>
              <a:defRPr/>
            </a:pPr>
            <a:endParaRPr lang="en-US" altLang="zh-CN"/>
          </a:p>
        </p:txBody>
      </p:sp>
      <p:sp>
        <p:nvSpPr>
          <p:cNvPr id="4" name="Footer Placeholder 3">
            <a:extLst>
              <a:ext uri="{FF2B5EF4-FFF2-40B4-BE49-F238E27FC236}">
                <a16:creationId xmlns:a16="http://schemas.microsoft.com/office/drawing/2014/main" id="{81C848F3-D37A-4CA9-254D-F89B4504292D}"/>
              </a:ext>
            </a:extLst>
          </p:cNvPr>
          <p:cNvSpPr>
            <a:spLocks noGrp="1"/>
          </p:cNvSpPr>
          <p:nvPr>
            <p:ph type="ftr" sz="quarter" idx="11"/>
          </p:nvPr>
        </p:nvSpPr>
        <p:spPr/>
        <p:txBody>
          <a:bodyPr/>
          <a:lstStyle/>
          <a:p>
            <a:pPr>
              <a:defRPr/>
            </a:pPr>
            <a:endParaRPr lang="en-US" altLang="zh-CN"/>
          </a:p>
        </p:txBody>
      </p:sp>
      <p:sp>
        <p:nvSpPr>
          <p:cNvPr id="5" name="Slide Number Placeholder 4">
            <a:extLst>
              <a:ext uri="{FF2B5EF4-FFF2-40B4-BE49-F238E27FC236}">
                <a16:creationId xmlns:a16="http://schemas.microsoft.com/office/drawing/2014/main" id="{5160FA2E-EED9-A637-453F-E684F279DD0C}"/>
              </a:ext>
            </a:extLst>
          </p:cNvPr>
          <p:cNvSpPr>
            <a:spLocks noGrp="1"/>
          </p:cNvSpPr>
          <p:nvPr>
            <p:ph type="sldNum" sz="quarter" idx="12"/>
          </p:nvPr>
        </p:nvSpPr>
        <p:spPr/>
        <p:txBody>
          <a:bodyPr/>
          <a:lstStyle/>
          <a:p>
            <a:fld id="{70D757B5-3395-4EC7-A25C-53DFE322190F}" type="slidenum">
              <a:rPr lang="en-US" altLang="zh-CN" smtClean="0"/>
              <a:pPr/>
              <a:t>‹#›</a:t>
            </a:fld>
            <a:endParaRPr lang="en-US" altLang="zh-CN"/>
          </a:p>
        </p:txBody>
      </p:sp>
    </p:spTree>
    <p:extLst>
      <p:ext uri="{BB962C8B-B14F-4D97-AF65-F5344CB8AC3E}">
        <p14:creationId xmlns:p14="http://schemas.microsoft.com/office/powerpoint/2010/main" val="109533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9B259-19E5-0EB0-EF48-100CB50DB30A}"/>
              </a:ext>
            </a:extLst>
          </p:cNvPr>
          <p:cNvSpPr>
            <a:spLocks noGrp="1"/>
          </p:cNvSpPr>
          <p:nvPr>
            <p:ph type="dt" sz="half" idx="10"/>
          </p:nvPr>
        </p:nvSpPr>
        <p:spPr/>
        <p:txBody>
          <a:bodyPr/>
          <a:lstStyle/>
          <a:p>
            <a:pPr>
              <a:defRPr/>
            </a:pPr>
            <a:endParaRPr lang="en-US" altLang="zh-CN"/>
          </a:p>
        </p:txBody>
      </p:sp>
      <p:sp>
        <p:nvSpPr>
          <p:cNvPr id="3" name="Footer Placeholder 2">
            <a:extLst>
              <a:ext uri="{FF2B5EF4-FFF2-40B4-BE49-F238E27FC236}">
                <a16:creationId xmlns:a16="http://schemas.microsoft.com/office/drawing/2014/main" id="{E45903C8-F91D-6136-A816-CC65AF95C499}"/>
              </a:ext>
            </a:extLst>
          </p:cNvPr>
          <p:cNvSpPr>
            <a:spLocks noGrp="1"/>
          </p:cNvSpPr>
          <p:nvPr>
            <p:ph type="ftr" sz="quarter" idx="11"/>
          </p:nvPr>
        </p:nvSpPr>
        <p:spPr/>
        <p:txBody>
          <a:bodyPr/>
          <a:lstStyle/>
          <a:p>
            <a:pPr>
              <a:defRPr/>
            </a:pPr>
            <a:endParaRPr lang="en-US" altLang="zh-CN"/>
          </a:p>
        </p:txBody>
      </p:sp>
      <p:sp>
        <p:nvSpPr>
          <p:cNvPr id="4" name="Slide Number Placeholder 3">
            <a:extLst>
              <a:ext uri="{FF2B5EF4-FFF2-40B4-BE49-F238E27FC236}">
                <a16:creationId xmlns:a16="http://schemas.microsoft.com/office/drawing/2014/main" id="{7DFF5741-5C36-8EE2-67E5-A8BADC497B67}"/>
              </a:ext>
            </a:extLst>
          </p:cNvPr>
          <p:cNvSpPr>
            <a:spLocks noGrp="1"/>
          </p:cNvSpPr>
          <p:nvPr>
            <p:ph type="sldNum" sz="quarter" idx="12"/>
          </p:nvPr>
        </p:nvSpPr>
        <p:spPr/>
        <p:txBody>
          <a:bodyPr/>
          <a:lstStyle/>
          <a:p>
            <a:fld id="{03DA38B8-F8C0-4B85-A092-4472F1EEDAFC}" type="slidenum">
              <a:rPr lang="en-US" altLang="zh-CN" smtClean="0"/>
              <a:pPr/>
              <a:t>‹#›</a:t>
            </a:fld>
            <a:endParaRPr lang="en-US" altLang="zh-CN"/>
          </a:p>
        </p:txBody>
      </p:sp>
    </p:spTree>
    <p:extLst>
      <p:ext uri="{BB962C8B-B14F-4D97-AF65-F5344CB8AC3E}">
        <p14:creationId xmlns:p14="http://schemas.microsoft.com/office/powerpoint/2010/main" val="242702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2167-3F46-9C6F-8940-41812F2B66A4}"/>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D4D3CF-208F-81DD-E0E8-D282571BAFF2}"/>
              </a:ext>
            </a:extLst>
          </p:cNvPr>
          <p:cNvSpPr>
            <a:spLocks noGrp="1"/>
          </p:cNvSpPr>
          <p:nvPr>
            <p:ph idx="1"/>
          </p:nvPr>
        </p:nvSpPr>
        <p:spPr>
          <a:xfrm>
            <a:off x="13605869" y="5235184"/>
            <a:ext cx="16202025" cy="25839238"/>
          </a:xfrm>
        </p:spPr>
        <p:txBody>
          <a:bodyPr/>
          <a:lstStyle>
            <a:lvl1pPr>
              <a:defRPr sz="8400"/>
            </a:lvl1pPr>
            <a:lvl2pPr>
              <a:defRPr sz="7350"/>
            </a:lvl2pPr>
            <a:lvl3pPr>
              <a:defRPr sz="6300"/>
            </a:lvl3pPr>
            <a:lvl4pPr>
              <a:defRPr sz="5250"/>
            </a:lvl4pPr>
            <a:lvl5pPr>
              <a:defRPr sz="5250"/>
            </a:lvl5pPr>
            <a:lvl6pPr>
              <a:defRPr sz="5250"/>
            </a:lvl6pPr>
            <a:lvl7pPr>
              <a:defRPr sz="5250"/>
            </a:lvl7pPr>
            <a:lvl8pPr>
              <a:defRPr sz="5250"/>
            </a:lvl8pPr>
            <a:lvl9pPr>
              <a:defRPr sz="5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B4CF0B-8D33-45C5-942D-6CD8ED9AF14A}"/>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7CDC7606-F254-D2CB-CA03-61C76F0BFC9C}"/>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20B93458-801F-FBB7-AFD4-65B365D0AE61}"/>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4ED1A54-BCE2-C732-32ED-0E53851B7DBC}"/>
              </a:ext>
            </a:extLst>
          </p:cNvPr>
          <p:cNvSpPr>
            <a:spLocks noGrp="1"/>
          </p:cNvSpPr>
          <p:nvPr>
            <p:ph type="sldNum" sz="quarter" idx="12"/>
          </p:nvPr>
        </p:nvSpPr>
        <p:spPr/>
        <p:txBody>
          <a:bodyPr/>
          <a:lstStyle/>
          <a:p>
            <a:fld id="{BA2ED376-DFAC-423C-9B3E-7CFD32B53ECF}" type="slidenum">
              <a:rPr lang="en-US" altLang="zh-CN" smtClean="0"/>
              <a:pPr/>
              <a:t>‹#›</a:t>
            </a:fld>
            <a:endParaRPr lang="en-US" altLang="zh-CN"/>
          </a:p>
        </p:txBody>
      </p:sp>
    </p:spTree>
    <p:extLst>
      <p:ext uri="{BB962C8B-B14F-4D97-AF65-F5344CB8AC3E}">
        <p14:creationId xmlns:p14="http://schemas.microsoft.com/office/powerpoint/2010/main" val="195999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9D6B-C901-A8E9-E61D-E9521B003E05}"/>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115998-7CDF-EC72-C7F2-6D83A662CF1E}"/>
              </a:ext>
            </a:extLst>
          </p:cNvPr>
          <p:cNvSpPr>
            <a:spLocks noGrp="1"/>
          </p:cNvSpPr>
          <p:nvPr>
            <p:ph type="pic" idx="1"/>
          </p:nvPr>
        </p:nvSpPr>
        <p:spPr>
          <a:xfrm>
            <a:off x="13605869" y="5235184"/>
            <a:ext cx="16202025" cy="25839238"/>
          </a:xfrm>
        </p:spPr>
        <p:txBody>
          <a:bodyPr/>
          <a:lstStyle>
            <a:lvl1pPr marL="0" indent="0">
              <a:buNone/>
              <a:defRPr sz="8400"/>
            </a:lvl1pPr>
            <a:lvl2pPr marL="1200150" indent="0">
              <a:buNone/>
              <a:defRPr sz="7350"/>
            </a:lvl2pPr>
            <a:lvl3pPr marL="2400300" indent="0">
              <a:buNone/>
              <a:defRPr sz="6300"/>
            </a:lvl3pPr>
            <a:lvl4pPr marL="3600450" indent="0">
              <a:buNone/>
              <a:defRPr sz="5250"/>
            </a:lvl4pPr>
            <a:lvl5pPr marL="4800600" indent="0">
              <a:buNone/>
              <a:defRPr sz="5250"/>
            </a:lvl5pPr>
            <a:lvl6pPr marL="6000750" indent="0">
              <a:buNone/>
              <a:defRPr sz="5250"/>
            </a:lvl6pPr>
            <a:lvl7pPr marL="7200900" indent="0">
              <a:buNone/>
              <a:defRPr sz="5250"/>
            </a:lvl7pPr>
            <a:lvl8pPr marL="8401050" indent="0">
              <a:buNone/>
              <a:defRPr sz="5250"/>
            </a:lvl8pPr>
            <a:lvl9pPr marL="9601200" indent="0">
              <a:buNone/>
              <a:defRPr sz="5250"/>
            </a:lvl9pPr>
          </a:lstStyle>
          <a:p>
            <a:endParaRPr lang="en-IN"/>
          </a:p>
        </p:txBody>
      </p:sp>
      <p:sp>
        <p:nvSpPr>
          <p:cNvPr id="4" name="Text Placeholder 3">
            <a:extLst>
              <a:ext uri="{FF2B5EF4-FFF2-40B4-BE49-F238E27FC236}">
                <a16:creationId xmlns:a16="http://schemas.microsoft.com/office/drawing/2014/main" id="{B36BEE82-604B-98D0-9315-323C8A373C40}"/>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C2C8BA8B-D97E-1F36-800A-AF7940B714A7}"/>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8782180-9585-75B4-3269-42885158A204}"/>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094D923-A223-B054-AC90-4001182D2098}"/>
              </a:ext>
            </a:extLst>
          </p:cNvPr>
          <p:cNvSpPr>
            <a:spLocks noGrp="1"/>
          </p:cNvSpPr>
          <p:nvPr>
            <p:ph type="sldNum" sz="quarter" idx="12"/>
          </p:nvPr>
        </p:nvSpPr>
        <p:spPr/>
        <p:txBody>
          <a:bodyPr/>
          <a:lstStyle/>
          <a:p>
            <a:fld id="{59CD2008-6B2E-4E35-B5DB-FCAB12E44FEF}" type="slidenum">
              <a:rPr lang="en-US" altLang="zh-CN" smtClean="0"/>
              <a:pPr/>
              <a:t>‹#›</a:t>
            </a:fld>
            <a:endParaRPr lang="en-US" altLang="zh-CN"/>
          </a:p>
        </p:txBody>
      </p:sp>
    </p:spTree>
    <p:extLst>
      <p:ext uri="{BB962C8B-B14F-4D97-AF65-F5344CB8AC3E}">
        <p14:creationId xmlns:p14="http://schemas.microsoft.com/office/powerpoint/2010/main" val="3143243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58F4-FB85-BD70-189A-D483A05C8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22E61F-88D4-FB2E-CD44-27B7EDDB69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6EBA1D-1581-F9B7-303F-BFB6B6AABB2E}"/>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B97BD1FE-CC62-9FAD-60D8-06F84651A6E7}"/>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C2B0F1E9-98D1-300D-FDC9-83E4112122AC}"/>
              </a:ext>
            </a:extLst>
          </p:cNvPr>
          <p:cNvSpPr>
            <a:spLocks noGrp="1"/>
          </p:cNvSpPr>
          <p:nvPr>
            <p:ph type="sldNum" sz="quarter" idx="12"/>
          </p:nvPr>
        </p:nvSpPr>
        <p:spPr/>
        <p:txBody>
          <a:bodyPr/>
          <a:lstStyle/>
          <a:p>
            <a:fld id="{D4D3706F-022A-4C06-A89D-CC6518B0B387}" type="slidenum">
              <a:rPr lang="en-US" altLang="zh-CN" smtClean="0"/>
              <a:pPr/>
              <a:t>‹#›</a:t>
            </a:fld>
            <a:endParaRPr lang="en-US" altLang="zh-CN"/>
          </a:p>
        </p:txBody>
      </p:sp>
    </p:spTree>
    <p:extLst>
      <p:ext uri="{BB962C8B-B14F-4D97-AF65-F5344CB8AC3E}">
        <p14:creationId xmlns:p14="http://schemas.microsoft.com/office/powerpoint/2010/main" val="365360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AC68F-C7DE-4CB6-EFB6-70133B634748}"/>
              </a:ext>
            </a:extLst>
          </p:cNvPr>
          <p:cNvSpPr>
            <a:spLocks noGrp="1"/>
          </p:cNvSpPr>
          <p:nvPr>
            <p:ph type="title" orient="vert"/>
          </p:nvPr>
        </p:nvSpPr>
        <p:spPr>
          <a:xfrm>
            <a:off x="22902862" y="1935839"/>
            <a:ext cx="6900863" cy="30813504"/>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06446E-371E-0A13-C193-A383F1CF0BC1}"/>
              </a:ext>
            </a:extLst>
          </p:cNvPr>
          <p:cNvSpPr>
            <a:spLocks noGrp="1"/>
          </p:cNvSpPr>
          <p:nvPr>
            <p:ph type="body" orient="vert" idx="1"/>
          </p:nvPr>
        </p:nvSpPr>
        <p:spPr>
          <a:xfrm>
            <a:off x="2200275" y="1935839"/>
            <a:ext cx="203025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589AC-01D3-F8AF-A550-2BA4E8C15EF3}"/>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E78A061-59CE-E4D6-B72F-FD8D06E3259D}"/>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8F990BD-2A94-5EDF-74C2-6FD0F3032231}"/>
              </a:ext>
            </a:extLst>
          </p:cNvPr>
          <p:cNvSpPr>
            <a:spLocks noGrp="1"/>
          </p:cNvSpPr>
          <p:nvPr>
            <p:ph type="sldNum" sz="quarter" idx="12"/>
          </p:nvPr>
        </p:nvSpPr>
        <p:spPr/>
        <p:txBody>
          <a:bodyPr/>
          <a:lstStyle/>
          <a:p>
            <a:fld id="{686FC460-F9B2-4FAC-8639-76A81A2F1E07}" type="slidenum">
              <a:rPr lang="en-US" altLang="zh-CN" smtClean="0"/>
              <a:pPr/>
              <a:t>‹#›</a:t>
            </a:fld>
            <a:endParaRPr lang="en-US" altLang="zh-CN"/>
          </a:p>
        </p:txBody>
      </p:sp>
    </p:spTree>
    <p:extLst>
      <p:ext uri="{BB962C8B-B14F-4D97-AF65-F5344CB8AC3E}">
        <p14:creationId xmlns:p14="http://schemas.microsoft.com/office/powerpoint/2010/main" val="131393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383A7-5145-A042-931A-E7F3E78679BC}"/>
              </a:ext>
            </a:extLst>
          </p:cNvPr>
          <p:cNvSpPr>
            <a:spLocks noGrp="1"/>
          </p:cNvSpPr>
          <p:nvPr>
            <p:ph type="title"/>
          </p:nvPr>
        </p:nvSpPr>
        <p:spPr>
          <a:xfrm>
            <a:off x="2200275" y="1935841"/>
            <a:ext cx="27603450" cy="7027939"/>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F06325-3E39-5C52-43FD-5F80F8534321}"/>
              </a:ext>
            </a:extLst>
          </p:cNvPr>
          <p:cNvSpPr>
            <a:spLocks noGrp="1"/>
          </p:cNvSpPr>
          <p:nvPr>
            <p:ph type="body" idx="1"/>
          </p:nvPr>
        </p:nvSpPr>
        <p:spPr>
          <a:xfrm>
            <a:off x="2200275" y="9679194"/>
            <a:ext cx="27603450"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B9A6AD-3B57-E5C3-EAB5-31CEBBF85DEB}"/>
              </a:ext>
            </a:extLst>
          </p:cNvPr>
          <p:cNvSpPr>
            <a:spLocks noGrp="1"/>
          </p:cNvSpPr>
          <p:nvPr>
            <p:ph type="dt" sz="half" idx="2"/>
          </p:nvPr>
        </p:nvSpPr>
        <p:spPr>
          <a:xfrm>
            <a:off x="2200275" y="33700428"/>
            <a:ext cx="7200900" cy="1935839"/>
          </a:xfrm>
          <a:prstGeom prst="rect">
            <a:avLst/>
          </a:prstGeom>
        </p:spPr>
        <p:txBody>
          <a:bodyPr vert="horz" lIns="91440" tIns="45720" rIns="91440" bIns="45720" rtlCol="0" anchor="ctr"/>
          <a:lstStyle>
            <a:lvl1pPr algn="l">
              <a:defRPr sz="3150">
                <a:solidFill>
                  <a:schemeClr val="tx1">
                    <a:tint val="7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EDC7D529-E5FD-13BE-6F58-91565EF2BF27}"/>
              </a:ext>
            </a:extLst>
          </p:cNvPr>
          <p:cNvSpPr>
            <a:spLocks noGrp="1"/>
          </p:cNvSpPr>
          <p:nvPr>
            <p:ph type="ftr" sz="quarter" idx="3"/>
          </p:nvPr>
        </p:nvSpPr>
        <p:spPr>
          <a:xfrm>
            <a:off x="10601325" y="33700428"/>
            <a:ext cx="10801350" cy="1935839"/>
          </a:xfrm>
          <a:prstGeom prst="rect">
            <a:avLst/>
          </a:prstGeom>
        </p:spPr>
        <p:txBody>
          <a:bodyPr vert="horz" lIns="91440" tIns="45720" rIns="91440" bIns="45720" rtlCol="0" anchor="ctr"/>
          <a:lstStyle>
            <a:lvl1pPr algn="ctr">
              <a:defRPr sz="3150">
                <a:solidFill>
                  <a:schemeClr val="tx1">
                    <a:tint val="7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7FD0D7D2-D5C8-EEA4-91BF-44E4FA2E193A}"/>
              </a:ext>
            </a:extLst>
          </p:cNvPr>
          <p:cNvSpPr>
            <a:spLocks noGrp="1"/>
          </p:cNvSpPr>
          <p:nvPr>
            <p:ph type="sldNum" sz="quarter" idx="4"/>
          </p:nvPr>
        </p:nvSpPr>
        <p:spPr>
          <a:xfrm>
            <a:off x="22602825" y="33700428"/>
            <a:ext cx="7200900" cy="1935839"/>
          </a:xfrm>
          <a:prstGeom prst="rect">
            <a:avLst/>
          </a:prstGeom>
        </p:spPr>
        <p:txBody>
          <a:bodyPr vert="horz" lIns="91440" tIns="45720" rIns="91440" bIns="45720" rtlCol="0" anchor="ctr"/>
          <a:lstStyle>
            <a:lvl1pPr algn="r">
              <a:defRPr sz="3150">
                <a:solidFill>
                  <a:schemeClr val="tx1">
                    <a:tint val="75000"/>
                  </a:schemeClr>
                </a:solidFill>
              </a:defRPr>
            </a:lvl1p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2783803302"/>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defTabSz="2400300" rtl="0" eaLnBrk="1" latinLnBrk="0" hangingPunct="1">
        <a:lnSpc>
          <a:spcPct val="90000"/>
        </a:lnSpc>
        <a:spcBef>
          <a:spcPct val="0"/>
        </a:spcBef>
        <a:buNone/>
        <a:defRPr sz="11550" kern="1200">
          <a:solidFill>
            <a:schemeClr val="tx1"/>
          </a:solidFill>
          <a:latin typeface="+mj-lt"/>
          <a:ea typeface="+mj-ea"/>
          <a:cs typeface="+mj-cs"/>
        </a:defRPr>
      </a:lvl1pPr>
    </p:titleStyle>
    <p:bodyStyle>
      <a:lvl1pPr marL="600075" indent="-600075" algn="l" defTabSz="2400300" rtl="0" eaLnBrk="1" latinLnBrk="0" hangingPunct="1">
        <a:lnSpc>
          <a:spcPct val="90000"/>
        </a:lnSpc>
        <a:spcBef>
          <a:spcPts val="2625"/>
        </a:spcBef>
        <a:buFont typeface="Arial" panose="020B0604020202020204" pitchFamily="34" charset="0"/>
        <a:buChar char="•"/>
        <a:defRPr sz="7350" kern="1200">
          <a:solidFill>
            <a:schemeClr val="tx1"/>
          </a:solidFill>
          <a:latin typeface="+mn-lt"/>
          <a:ea typeface="+mn-ea"/>
          <a:cs typeface="+mn-cs"/>
        </a:defRPr>
      </a:lvl1pPr>
      <a:lvl2pPr marL="1800225" indent="-600075" algn="l" defTabSz="2400300" rtl="0" eaLnBrk="1" latinLnBrk="0" hangingPunct="1">
        <a:lnSpc>
          <a:spcPct val="90000"/>
        </a:lnSpc>
        <a:spcBef>
          <a:spcPts val="1313"/>
        </a:spcBef>
        <a:buFont typeface="Arial" panose="020B0604020202020204" pitchFamily="34" charset="0"/>
        <a:buChar char="•"/>
        <a:defRPr sz="6300" kern="1200">
          <a:solidFill>
            <a:schemeClr val="tx1"/>
          </a:solidFill>
          <a:latin typeface="+mn-lt"/>
          <a:ea typeface="+mn-ea"/>
          <a:cs typeface="+mn-cs"/>
        </a:defRPr>
      </a:lvl2pPr>
      <a:lvl3pPr marL="3000375" indent="-600075" algn="l" defTabSz="2400300" rtl="0" eaLnBrk="1" latinLnBrk="0" hangingPunct="1">
        <a:lnSpc>
          <a:spcPct val="90000"/>
        </a:lnSpc>
        <a:spcBef>
          <a:spcPts val="1313"/>
        </a:spcBef>
        <a:buFont typeface="Arial" panose="020B0604020202020204" pitchFamily="34" charset="0"/>
        <a:buChar char="•"/>
        <a:defRPr sz="5250" kern="1200">
          <a:solidFill>
            <a:schemeClr val="tx1"/>
          </a:solidFill>
          <a:latin typeface="+mn-lt"/>
          <a:ea typeface="+mn-ea"/>
          <a:cs typeface="+mn-cs"/>
        </a:defRPr>
      </a:lvl3pPr>
      <a:lvl4pPr marL="42005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4pPr>
      <a:lvl5pPr marL="54006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5pPr>
      <a:lvl6pPr marL="66008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6pPr>
      <a:lvl7pPr marL="78009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7pPr>
      <a:lvl8pPr marL="90011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8pPr>
      <a:lvl9pPr marL="102012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9pPr>
    </p:bodyStyle>
    <p:otherStyle>
      <a:defPPr>
        <a:defRPr lang="en-US"/>
      </a:defPPr>
      <a:lvl1pPr marL="0" algn="l" defTabSz="2400300" rtl="0" eaLnBrk="1" latinLnBrk="0" hangingPunct="1">
        <a:defRPr sz="4725" kern="1200">
          <a:solidFill>
            <a:schemeClr val="tx1"/>
          </a:solidFill>
          <a:latin typeface="+mn-lt"/>
          <a:ea typeface="+mn-ea"/>
          <a:cs typeface="+mn-cs"/>
        </a:defRPr>
      </a:lvl1pPr>
      <a:lvl2pPr marL="1200150" algn="l" defTabSz="2400300" rtl="0" eaLnBrk="1" latinLnBrk="0" hangingPunct="1">
        <a:defRPr sz="4725" kern="1200">
          <a:solidFill>
            <a:schemeClr val="tx1"/>
          </a:solidFill>
          <a:latin typeface="+mn-lt"/>
          <a:ea typeface="+mn-ea"/>
          <a:cs typeface="+mn-cs"/>
        </a:defRPr>
      </a:lvl2pPr>
      <a:lvl3pPr marL="2400300" algn="l" defTabSz="2400300" rtl="0" eaLnBrk="1" latinLnBrk="0" hangingPunct="1">
        <a:defRPr sz="4725" kern="1200">
          <a:solidFill>
            <a:schemeClr val="tx1"/>
          </a:solidFill>
          <a:latin typeface="+mn-lt"/>
          <a:ea typeface="+mn-ea"/>
          <a:cs typeface="+mn-cs"/>
        </a:defRPr>
      </a:lvl3pPr>
      <a:lvl4pPr marL="3600450" algn="l" defTabSz="2400300" rtl="0" eaLnBrk="1" latinLnBrk="0" hangingPunct="1">
        <a:defRPr sz="4725" kern="1200">
          <a:solidFill>
            <a:schemeClr val="tx1"/>
          </a:solidFill>
          <a:latin typeface="+mn-lt"/>
          <a:ea typeface="+mn-ea"/>
          <a:cs typeface="+mn-cs"/>
        </a:defRPr>
      </a:lvl4pPr>
      <a:lvl5pPr marL="4800600" algn="l" defTabSz="2400300" rtl="0" eaLnBrk="1" latinLnBrk="0" hangingPunct="1">
        <a:defRPr sz="4725" kern="1200">
          <a:solidFill>
            <a:schemeClr val="tx1"/>
          </a:solidFill>
          <a:latin typeface="+mn-lt"/>
          <a:ea typeface="+mn-ea"/>
          <a:cs typeface="+mn-cs"/>
        </a:defRPr>
      </a:lvl5pPr>
      <a:lvl6pPr marL="6000750" algn="l" defTabSz="2400300" rtl="0" eaLnBrk="1" latinLnBrk="0" hangingPunct="1">
        <a:defRPr sz="4725" kern="1200">
          <a:solidFill>
            <a:schemeClr val="tx1"/>
          </a:solidFill>
          <a:latin typeface="+mn-lt"/>
          <a:ea typeface="+mn-ea"/>
          <a:cs typeface="+mn-cs"/>
        </a:defRPr>
      </a:lvl6pPr>
      <a:lvl7pPr marL="7200900" algn="l" defTabSz="2400300" rtl="0" eaLnBrk="1" latinLnBrk="0" hangingPunct="1">
        <a:defRPr sz="4725" kern="1200">
          <a:solidFill>
            <a:schemeClr val="tx1"/>
          </a:solidFill>
          <a:latin typeface="+mn-lt"/>
          <a:ea typeface="+mn-ea"/>
          <a:cs typeface="+mn-cs"/>
        </a:defRPr>
      </a:lvl7pPr>
      <a:lvl8pPr marL="8401050" algn="l" defTabSz="2400300" rtl="0" eaLnBrk="1" latinLnBrk="0" hangingPunct="1">
        <a:defRPr sz="4725" kern="1200">
          <a:solidFill>
            <a:schemeClr val="tx1"/>
          </a:solidFill>
          <a:latin typeface="+mn-lt"/>
          <a:ea typeface="+mn-ea"/>
          <a:cs typeface="+mn-cs"/>
        </a:defRPr>
      </a:lvl8pPr>
      <a:lvl9pPr marL="9601200" algn="l" defTabSz="2400300" rtl="0" eaLnBrk="1" latinLnBrk="0" hangingPunct="1">
        <a:defRPr sz="47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76E770-5D0E-2139-C0DA-8CD410A9AB12}"/>
              </a:ext>
            </a:extLst>
          </p:cNvPr>
          <p:cNvSpPr txBox="1"/>
          <p:nvPr/>
        </p:nvSpPr>
        <p:spPr>
          <a:xfrm>
            <a:off x="226185" y="5341402"/>
            <a:ext cx="6104428" cy="938719"/>
          </a:xfrm>
          <a:prstGeom prst="rect">
            <a:avLst/>
          </a:prstGeom>
          <a:noFill/>
        </p:spPr>
        <p:txBody>
          <a:bodyPr wrap="none" rtlCol="0">
            <a:spAutoFit/>
          </a:bodyPr>
          <a:lstStyle/>
          <a:p>
            <a:r>
              <a:rPr lang="en-IN" sz="5500" dirty="0"/>
              <a:t>Insert your text Here</a:t>
            </a:r>
          </a:p>
        </p:txBody>
      </p:sp>
      <p:sp>
        <p:nvSpPr>
          <p:cNvPr id="24" name="TextBox 23">
            <a:extLst>
              <a:ext uri="{FF2B5EF4-FFF2-40B4-BE49-F238E27FC236}">
                <a16:creationId xmlns:a16="http://schemas.microsoft.com/office/drawing/2014/main" id="{230414B0-D3BD-17EC-53D9-23D7F68E17C3}"/>
              </a:ext>
            </a:extLst>
          </p:cNvPr>
          <p:cNvSpPr txBox="1"/>
          <p:nvPr/>
        </p:nvSpPr>
        <p:spPr>
          <a:xfrm>
            <a:off x="348508" y="19230032"/>
            <a:ext cx="6104428" cy="938719"/>
          </a:xfrm>
          <a:prstGeom prst="rect">
            <a:avLst/>
          </a:prstGeom>
          <a:noFill/>
        </p:spPr>
        <p:txBody>
          <a:bodyPr wrap="none" rtlCol="0">
            <a:spAutoFit/>
          </a:bodyPr>
          <a:lstStyle/>
          <a:p>
            <a:r>
              <a:rPr lang="en-IN" sz="5500" dirty="0"/>
              <a:t>Insert your text Here</a:t>
            </a:r>
          </a:p>
        </p:txBody>
      </p:sp>
      <p:sp>
        <p:nvSpPr>
          <p:cNvPr id="26" name="TextBox 25">
            <a:extLst>
              <a:ext uri="{FF2B5EF4-FFF2-40B4-BE49-F238E27FC236}">
                <a16:creationId xmlns:a16="http://schemas.microsoft.com/office/drawing/2014/main" id="{574C18CB-4DC5-8CB0-1347-EAA58038E24A}"/>
              </a:ext>
            </a:extLst>
          </p:cNvPr>
          <p:cNvSpPr txBox="1"/>
          <p:nvPr/>
        </p:nvSpPr>
        <p:spPr>
          <a:xfrm>
            <a:off x="11148182" y="5341402"/>
            <a:ext cx="6104428" cy="938719"/>
          </a:xfrm>
          <a:prstGeom prst="rect">
            <a:avLst/>
          </a:prstGeom>
          <a:noFill/>
        </p:spPr>
        <p:txBody>
          <a:bodyPr wrap="none" rtlCol="0">
            <a:spAutoFit/>
          </a:bodyPr>
          <a:lstStyle/>
          <a:p>
            <a:r>
              <a:rPr lang="en-IN" sz="5500" dirty="0"/>
              <a:t>Insert your text Here</a:t>
            </a:r>
          </a:p>
        </p:txBody>
      </p:sp>
      <p:sp>
        <p:nvSpPr>
          <p:cNvPr id="28" name="TextBox 27">
            <a:extLst>
              <a:ext uri="{FF2B5EF4-FFF2-40B4-BE49-F238E27FC236}">
                <a16:creationId xmlns:a16="http://schemas.microsoft.com/office/drawing/2014/main" id="{5909496C-6BB1-7E9C-7EE6-4AB8CB0E9AA0}"/>
              </a:ext>
            </a:extLst>
          </p:cNvPr>
          <p:cNvSpPr txBox="1"/>
          <p:nvPr/>
        </p:nvSpPr>
        <p:spPr>
          <a:xfrm>
            <a:off x="21488398" y="5341402"/>
            <a:ext cx="6104428" cy="938719"/>
          </a:xfrm>
          <a:prstGeom prst="rect">
            <a:avLst/>
          </a:prstGeom>
          <a:noFill/>
        </p:spPr>
        <p:txBody>
          <a:bodyPr wrap="none" rtlCol="0">
            <a:spAutoFit/>
          </a:bodyPr>
          <a:lstStyle/>
          <a:p>
            <a:r>
              <a:rPr lang="en-IN" sz="5500" dirty="0"/>
              <a:t>Insert your text Here</a:t>
            </a:r>
          </a:p>
        </p:txBody>
      </p:sp>
      <p:sp>
        <p:nvSpPr>
          <p:cNvPr id="30" name="TextBox 29">
            <a:extLst>
              <a:ext uri="{FF2B5EF4-FFF2-40B4-BE49-F238E27FC236}">
                <a16:creationId xmlns:a16="http://schemas.microsoft.com/office/drawing/2014/main" id="{4F64F2CD-6919-0659-0452-9C53AB1D7206}"/>
              </a:ext>
            </a:extLst>
          </p:cNvPr>
          <p:cNvSpPr txBox="1"/>
          <p:nvPr/>
        </p:nvSpPr>
        <p:spPr>
          <a:xfrm>
            <a:off x="11125200" y="25647650"/>
            <a:ext cx="6104428" cy="938719"/>
          </a:xfrm>
          <a:prstGeom prst="rect">
            <a:avLst/>
          </a:prstGeom>
          <a:noFill/>
        </p:spPr>
        <p:txBody>
          <a:bodyPr wrap="none" rtlCol="0">
            <a:spAutoFit/>
          </a:bodyPr>
          <a:lstStyle/>
          <a:p>
            <a:r>
              <a:rPr lang="en-IN" sz="5500" dirty="0"/>
              <a:t>Insert your text Here</a:t>
            </a:r>
          </a:p>
        </p:txBody>
      </p:sp>
      <p:grpSp>
        <p:nvGrpSpPr>
          <p:cNvPr id="33" name="Group 32">
            <a:extLst>
              <a:ext uri="{FF2B5EF4-FFF2-40B4-BE49-F238E27FC236}">
                <a16:creationId xmlns:a16="http://schemas.microsoft.com/office/drawing/2014/main" id="{28DD590F-761F-34F1-DE44-8F578D98F820}"/>
              </a:ext>
            </a:extLst>
          </p:cNvPr>
          <p:cNvGrpSpPr/>
          <p:nvPr/>
        </p:nvGrpSpPr>
        <p:grpSpPr>
          <a:xfrm>
            <a:off x="23274" y="-215805"/>
            <a:ext cx="32004000" cy="36575905"/>
            <a:chOff x="0" y="1"/>
            <a:chExt cx="32004000" cy="36575905"/>
          </a:xfrm>
        </p:grpSpPr>
        <p:sp>
          <p:nvSpPr>
            <p:cNvPr id="12" name="Rectangle 11">
              <a:extLst>
                <a:ext uri="{FF2B5EF4-FFF2-40B4-BE49-F238E27FC236}">
                  <a16:creationId xmlns:a16="http://schemas.microsoft.com/office/drawing/2014/main" id="{FD4A362A-FBD5-E7E4-F5BF-7C1838844648}"/>
                </a:ext>
              </a:extLst>
            </p:cNvPr>
            <p:cNvSpPr/>
            <p:nvPr/>
          </p:nvSpPr>
          <p:spPr>
            <a:xfrm>
              <a:off x="0" y="2842026"/>
              <a:ext cx="32004000" cy="3373388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dirty="0"/>
            </a:p>
          </p:txBody>
        </p:sp>
        <p:sp>
          <p:nvSpPr>
            <p:cNvPr id="7" name="Rectangle 6">
              <a:extLst>
                <a:ext uri="{FF2B5EF4-FFF2-40B4-BE49-F238E27FC236}">
                  <a16:creationId xmlns:a16="http://schemas.microsoft.com/office/drawing/2014/main" id="{FA4C99A5-2D2A-0664-FDD2-FFD52F55F8C4}"/>
                </a:ext>
              </a:extLst>
            </p:cNvPr>
            <p:cNvSpPr/>
            <p:nvPr/>
          </p:nvSpPr>
          <p:spPr>
            <a:xfrm>
              <a:off x="0" y="1"/>
              <a:ext cx="32004000" cy="284202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6">
              <a:extLst>
                <a:ext uri="{FF2B5EF4-FFF2-40B4-BE49-F238E27FC236}">
                  <a16:creationId xmlns:a16="http://schemas.microsoft.com/office/drawing/2014/main" id="{6A33F464-D1AA-71BD-E8E8-9E623AA4F989}"/>
                </a:ext>
              </a:extLst>
            </p:cNvPr>
            <p:cNvSpPr txBox="1">
              <a:spLocks noChangeArrowheads="1"/>
            </p:cNvSpPr>
            <p:nvPr/>
          </p:nvSpPr>
          <p:spPr bwMode="auto">
            <a:xfrm>
              <a:off x="5601224" y="187298"/>
              <a:ext cx="20431124" cy="198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a:r>
                <a:rPr lang="en-US" sz="6000" b="1" dirty="0"/>
                <a:t>MULTIBAND REFLECTIVE</a:t>
              </a:r>
            </a:p>
            <a:p>
              <a:pPr algn="ctr"/>
              <a:r>
                <a:rPr lang="en-US" sz="6000" b="1" dirty="0"/>
                <a:t> POLARIZATION CONVERTER USING METASURFACE</a:t>
              </a:r>
            </a:p>
            <a:p>
              <a:pPr algn="ctr" eaLnBrk="1" hangingPunct="1">
                <a:spcBef>
                  <a:spcPts val="0"/>
                </a:spcBef>
              </a:pPr>
              <a:endParaRPr lang="en-US" altLang="zh-CN" sz="4521" baseline="0" dirty="0">
                <a:latin typeface="Poppins" panose="00000500000000000000" pitchFamily="2" charset="0"/>
                <a:ea typeface="SimSun" pitchFamily="2" charset="-122"/>
                <a:cs typeface="Poppins" panose="00000500000000000000" pitchFamily="2" charset="0"/>
              </a:endParaRPr>
            </a:p>
          </p:txBody>
        </p:sp>
        <p:sp>
          <p:nvSpPr>
            <p:cNvPr id="3" name="Text Box 18">
              <a:extLst>
                <a:ext uri="{FF2B5EF4-FFF2-40B4-BE49-F238E27FC236}">
                  <a16:creationId xmlns:a16="http://schemas.microsoft.com/office/drawing/2014/main" id="{690F19EB-303E-AEB7-52BB-F28B25A828BC}"/>
                </a:ext>
              </a:extLst>
            </p:cNvPr>
            <p:cNvSpPr txBox="1">
              <a:spLocks noChangeArrowheads="1"/>
            </p:cNvSpPr>
            <p:nvPr/>
          </p:nvSpPr>
          <p:spPr bwMode="auto">
            <a:xfrm>
              <a:off x="2763791" y="30316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6" name="Text Box 18">
              <a:extLst>
                <a:ext uri="{FF2B5EF4-FFF2-40B4-BE49-F238E27FC236}">
                  <a16:creationId xmlns:a16="http://schemas.microsoft.com/office/drawing/2014/main" id="{2B204EB5-8496-83FD-C136-E3683E982639}"/>
                </a:ext>
              </a:extLst>
            </p:cNvPr>
            <p:cNvSpPr txBox="1">
              <a:spLocks noChangeArrowheads="1"/>
            </p:cNvSpPr>
            <p:nvPr/>
          </p:nvSpPr>
          <p:spPr bwMode="auto">
            <a:xfrm>
              <a:off x="2196036" y="3873287"/>
              <a:ext cx="27241501" cy="53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500" baseline="0" dirty="0">
                  <a:latin typeface="Poppins" panose="00000500000000000000" pitchFamily="2" charset="0"/>
                  <a:ea typeface="SimSun" pitchFamily="2" charset="-122"/>
                  <a:cs typeface="Poppins" panose="00000500000000000000" pitchFamily="2" charset="0"/>
                </a:rPr>
                <a:t>Supervisor : &lt;&lt;</a:t>
              </a:r>
              <a:r>
                <a:rPr lang="en-US" sz="4500" kern="1200" baseline="0" dirty="0">
                  <a:solidFill>
                    <a:srgbClr val="000000"/>
                  </a:solidFill>
                  <a:effectLst/>
                  <a:latin typeface="Poppins" panose="00000500000000000000" pitchFamily="2" charset="0"/>
                  <a:ea typeface="SimSun" panose="02010600030101010101" pitchFamily="2" charset="-122"/>
                  <a:cs typeface="Poppins" panose="00000500000000000000" pitchFamily="2" charset="0"/>
                </a:rPr>
                <a:t>Dr. S Durga  Padmaja </a:t>
              </a:r>
              <a:r>
                <a:rPr lang="en-US" sz="4500" kern="1200" baseline="0" dirty="0" err="1">
                  <a:solidFill>
                    <a:srgbClr val="000000"/>
                  </a:solidFill>
                  <a:effectLst/>
                  <a:latin typeface="Poppins" panose="00000500000000000000" pitchFamily="2" charset="0"/>
                  <a:ea typeface="SimSun" panose="02010600030101010101" pitchFamily="2" charset="-122"/>
                  <a:cs typeface="Poppins" panose="00000500000000000000" pitchFamily="2" charset="0"/>
                </a:rPr>
                <a:t>Bikkuri</a:t>
              </a:r>
              <a:r>
                <a:rPr lang="en-US" sz="4500" kern="1200" baseline="0" dirty="0">
                  <a:solidFill>
                    <a:srgbClr val="000000"/>
                  </a:solidFill>
                  <a:effectLst/>
                  <a:latin typeface="Poppins" panose="00000500000000000000" pitchFamily="2" charset="0"/>
                  <a:ea typeface="SimSun" panose="02010600030101010101" pitchFamily="2" charset="-122"/>
                  <a:cs typeface="Poppins" panose="00000500000000000000" pitchFamily="2" charset="0"/>
                </a:rPr>
                <a:t> </a:t>
              </a:r>
              <a:r>
                <a:rPr lang="en-US" altLang="zh-CN" sz="4500" baseline="0" dirty="0">
                  <a:latin typeface="Poppins" panose="00000500000000000000" pitchFamily="2" charset="0"/>
                  <a:ea typeface="SimSun" pitchFamily="2" charset="-122"/>
                  <a:cs typeface="Poppins" panose="00000500000000000000" pitchFamily="2" charset="0"/>
                </a:rPr>
                <a:t> &gt;&gt;</a:t>
              </a:r>
            </a:p>
          </p:txBody>
        </p:sp>
        <p:pic>
          <p:nvPicPr>
            <p:cNvPr id="9" name="Picture 8">
              <a:extLst>
                <a:ext uri="{FF2B5EF4-FFF2-40B4-BE49-F238E27FC236}">
                  <a16:creationId xmlns:a16="http://schemas.microsoft.com/office/drawing/2014/main" id="{CB6A3E1D-AD94-7507-6722-766540D985C6}"/>
                </a:ext>
              </a:extLst>
            </p:cNvPr>
            <p:cNvPicPr>
              <a:picLocks noChangeAspect="1"/>
            </p:cNvPicPr>
            <p:nvPr/>
          </p:nvPicPr>
          <p:blipFill>
            <a:blip r:embed="rId2"/>
            <a:stretch>
              <a:fillRect/>
            </a:stretch>
          </p:blipFill>
          <p:spPr>
            <a:xfrm>
              <a:off x="200785" y="513691"/>
              <a:ext cx="4169868" cy="1845973"/>
            </a:xfrm>
            <a:prstGeom prst="rect">
              <a:avLst/>
            </a:prstGeom>
          </p:spPr>
        </p:pic>
        <p:sp>
          <p:nvSpPr>
            <p:cNvPr id="14" name="Rectangle: Rounded Corners 13">
              <a:extLst>
                <a:ext uri="{FF2B5EF4-FFF2-40B4-BE49-F238E27FC236}">
                  <a16:creationId xmlns:a16="http://schemas.microsoft.com/office/drawing/2014/main" id="{0F391B89-288B-55E3-59B4-96DD91436B8B}"/>
                </a:ext>
              </a:extLst>
            </p:cNvPr>
            <p:cNvSpPr/>
            <p:nvPr/>
          </p:nvSpPr>
          <p:spPr>
            <a:xfrm>
              <a:off x="200785" y="4489851"/>
              <a:ext cx="10391013" cy="13154693"/>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F0006A55-82E5-5FDD-4A12-734471761870}"/>
                </a:ext>
              </a:extLst>
            </p:cNvPr>
            <p:cNvSpPr/>
            <p:nvPr/>
          </p:nvSpPr>
          <p:spPr>
            <a:xfrm>
              <a:off x="200785" y="17951449"/>
              <a:ext cx="10391013" cy="18088307"/>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4C8347B-1787-16B7-F344-B2442882627C}"/>
                </a:ext>
              </a:extLst>
            </p:cNvPr>
            <p:cNvSpPr/>
            <p:nvPr/>
          </p:nvSpPr>
          <p:spPr>
            <a:xfrm>
              <a:off x="10896600" y="4639936"/>
              <a:ext cx="9857616" cy="19744114"/>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4844E32-52C4-C98F-4E3C-FF1609C7EBC7}"/>
                </a:ext>
              </a:extLst>
            </p:cNvPr>
            <p:cNvSpPr/>
            <p:nvPr/>
          </p:nvSpPr>
          <p:spPr>
            <a:xfrm>
              <a:off x="20935547" y="4687525"/>
              <a:ext cx="10515597" cy="10583543"/>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1C7DBA8-B523-3CEF-F0A0-D21A8317C1B8}"/>
                </a:ext>
              </a:extLst>
            </p:cNvPr>
            <p:cNvSpPr/>
            <p:nvPr/>
          </p:nvSpPr>
          <p:spPr>
            <a:xfrm>
              <a:off x="10896600" y="31074838"/>
              <a:ext cx="20678015" cy="4964917"/>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56456D07-662D-81A0-41A8-A827A4F743A7}"/>
                </a:ext>
              </a:extLst>
            </p:cNvPr>
            <p:cNvSpPr/>
            <p:nvPr/>
          </p:nvSpPr>
          <p:spPr>
            <a:xfrm>
              <a:off x="10896600" y="24704392"/>
              <a:ext cx="20678015" cy="6050104"/>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 Box 18">
              <a:extLst>
                <a:ext uri="{FF2B5EF4-FFF2-40B4-BE49-F238E27FC236}">
                  <a16:creationId xmlns:a16="http://schemas.microsoft.com/office/drawing/2014/main" id="{29D071B0-8C1C-D71C-5C5D-1B2ABBC08C97}"/>
                </a:ext>
              </a:extLst>
            </p:cNvPr>
            <p:cNvSpPr txBox="1">
              <a:spLocks noChangeArrowheads="1"/>
            </p:cNvSpPr>
            <p:nvPr/>
          </p:nvSpPr>
          <p:spPr bwMode="auto">
            <a:xfrm>
              <a:off x="2916191" y="31840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21" name="TextBox 20">
              <a:extLst>
                <a:ext uri="{FF2B5EF4-FFF2-40B4-BE49-F238E27FC236}">
                  <a16:creationId xmlns:a16="http://schemas.microsoft.com/office/drawing/2014/main" id="{D759992F-D3CE-1ADE-F378-14B9B5E09BDA}"/>
                </a:ext>
              </a:extLst>
            </p:cNvPr>
            <p:cNvSpPr txBox="1"/>
            <p:nvPr/>
          </p:nvSpPr>
          <p:spPr>
            <a:xfrm>
              <a:off x="286195" y="4455405"/>
              <a:ext cx="3934090"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Abstract</a:t>
              </a:r>
            </a:p>
          </p:txBody>
        </p:sp>
        <p:sp>
          <p:nvSpPr>
            <p:cNvPr id="23" name="TextBox 22">
              <a:extLst>
                <a:ext uri="{FF2B5EF4-FFF2-40B4-BE49-F238E27FC236}">
                  <a16:creationId xmlns:a16="http://schemas.microsoft.com/office/drawing/2014/main" id="{B129213C-12E3-8A3D-5B9C-C09F806E2CC1}"/>
                </a:ext>
              </a:extLst>
            </p:cNvPr>
            <p:cNvSpPr txBox="1"/>
            <p:nvPr/>
          </p:nvSpPr>
          <p:spPr>
            <a:xfrm>
              <a:off x="348508" y="18037321"/>
              <a:ext cx="546175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Background</a:t>
              </a:r>
            </a:p>
          </p:txBody>
        </p:sp>
        <p:sp>
          <p:nvSpPr>
            <p:cNvPr id="25" name="TextBox 24">
              <a:extLst>
                <a:ext uri="{FF2B5EF4-FFF2-40B4-BE49-F238E27FC236}">
                  <a16:creationId xmlns:a16="http://schemas.microsoft.com/office/drawing/2014/main" id="{D9DA8B80-CF38-1A06-449C-222B1F26F8FE}"/>
                </a:ext>
              </a:extLst>
            </p:cNvPr>
            <p:cNvSpPr txBox="1"/>
            <p:nvPr/>
          </p:nvSpPr>
          <p:spPr>
            <a:xfrm>
              <a:off x="11046578" y="4507362"/>
              <a:ext cx="3922869"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Methods</a:t>
              </a:r>
            </a:p>
          </p:txBody>
        </p:sp>
        <p:sp>
          <p:nvSpPr>
            <p:cNvPr id="27" name="TextBox 26">
              <a:extLst>
                <a:ext uri="{FF2B5EF4-FFF2-40B4-BE49-F238E27FC236}">
                  <a16:creationId xmlns:a16="http://schemas.microsoft.com/office/drawing/2014/main" id="{D0171118-A452-8446-D338-2FD022614F7F}"/>
                </a:ext>
              </a:extLst>
            </p:cNvPr>
            <p:cNvSpPr txBox="1"/>
            <p:nvPr/>
          </p:nvSpPr>
          <p:spPr>
            <a:xfrm>
              <a:off x="21235607" y="4551119"/>
              <a:ext cx="4347665"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 Outcome</a:t>
              </a:r>
            </a:p>
          </p:txBody>
        </p:sp>
        <p:sp>
          <p:nvSpPr>
            <p:cNvPr id="29" name="TextBox 28">
              <a:extLst>
                <a:ext uri="{FF2B5EF4-FFF2-40B4-BE49-F238E27FC236}">
                  <a16:creationId xmlns:a16="http://schemas.microsoft.com/office/drawing/2014/main" id="{BB29E532-5B27-AD52-1B28-26897E6CC31F}"/>
                </a:ext>
              </a:extLst>
            </p:cNvPr>
            <p:cNvSpPr txBox="1"/>
            <p:nvPr/>
          </p:nvSpPr>
          <p:spPr>
            <a:xfrm>
              <a:off x="11014056" y="24734444"/>
              <a:ext cx="8669361"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Future Perspectives</a:t>
              </a:r>
            </a:p>
          </p:txBody>
        </p:sp>
        <p:sp>
          <p:nvSpPr>
            <p:cNvPr id="31" name="TextBox 30">
              <a:extLst>
                <a:ext uri="{FF2B5EF4-FFF2-40B4-BE49-F238E27FC236}">
                  <a16:creationId xmlns:a16="http://schemas.microsoft.com/office/drawing/2014/main" id="{1D37B0B5-9A6D-23AC-9BB7-8D7BBB20D995}"/>
                </a:ext>
              </a:extLst>
            </p:cNvPr>
            <p:cNvSpPr txBox="1"/>
            <p:nvPr/>
          </p:nvSpPr>
          <p:spPr>
            <a:xfrm>
              <a:off x="11037038" y="31160539"/>
              <a:ext cx="7904728"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Impact on Society</a:t>
              </a:r>
            </a:p>
          </p:txBody>
        </p:sp>
      </p:grpSp>
      <p:sp>
        <p:nvSpPr>
          <p:cNvPr id="37" name="TextBox 36">
            <a:extLst>
              <a:ext uri="{FF2B5EF4-FFF2-40B4-BE49-F238E27FC236}">
                <a16:creationId xmlns:a16="http://schemas.microsoft.com/office/drawing/2014/main" id="{B412C119-3668-82FF-BE7B-25EECC898EC5}"/>
              </a:ext>
            </a:extLst>
          </p:cNvPr>
          <p:cNvSpPr txBox="1"/>
          <p:nvPr/>
        </p:nvSpPr>
        <p:spPr>
          <a:xfrm>
            <a:off x="342522" y="5362015"/>
            <a:ext cx="10072687" cy="10002738"/>
          </a:xfrm>
          <a:prstGeom prst="rect">
            <a:avLst/>
          </a:prstGeom>
          <a:noFill/>
        </p:spPr>
        <p:txBody>
          <a:bodyPr wrap="square" rtlCol="0">
            <a:spAutoFit/>
          </a:bodyPr>
          <a:lstStyle/>
          <a:p>
            <a:pPr marL="0" rtl="0" eaLnBrk="1" latinLnBrk="0" hangingPunct="1">
              <a:spcBef>
                <a:spcPts val="0"/>
              </a:spcBef>
              <a:spcAft>
                <a:spcPts val="0"/>
              </a:spcAft>
            </a:pPr>
            <a:r>
              <a:rPr lang="en-US" sz="2800" kern="1200" dirty="0">
                <a:solidFill>
                  <a:srgbClr val="000000"/>
                </a:solidFill>
                <a:effectLst/>
                <a:latin typeface="Times New Roman" panose="02020603050405020304" pitchFamily="18" charset="0"/>
                <a:ea typeface="+mn-ea"/>
                <a:cs typeface="Times New Roman" panose="02020603050405020304" pitchFamily="18" charset="0"/>
              </a:rPr>
              <a:t>Metasurfaces are composed of artificial engineered periodic resonant structures which can alter the amplitude, frequency, phase and polarization of the incident electromagnetic wave. Several challenges occur to establish communication links, few of them would be atmospheric mismatches, reflection effects and polarization mismatches etc. Polarization mismatching occurs due to differences in polarizations of transmitting and receiving antennas. To overcome this circular polarized antennas can be used. However, designing circular polarized antennas requires complex feeding techniques which may not be feasible. Metasurface possesses the ability to control the polarization of an EM wave, metasurface can be  integrated along with the antenna, to alter polarization of the antenna. Therefore, by using metasurface as a superstrate it facilitates the conversion of linear polarization to circular polarization which overcomes the challenges of polarization mismatching  faced in communication links. In this work we are designing a metasurface which can convert the polarization of the linearly incident EM wave into circular polarization during the reflection phase. In our work we design a polarization converter which can operate between 4-8GHz and also design an antenna which can operate in 5G and analyze its polarization conversion ability without altering the feeding techniques. Moreover, we also study the impact of the metasurface in terms of other characteristics of an antenna.</a:t>
            </a:r>
            <a:endParaRPr lang="en-US" sz="2800" dirty="0">
              <a:effectLst/>
            </a:endParaRPr>
          </a:p>
        </p:txBody>
      </p:sp>
      <p:sp>
        <p:nvSpPr>
          <p:cNvPr id="38" name="TextBox 37">
            <a:extLst>
              <a:ext uri="{FF2B5EF4-FFF2-40B4-BE49-F238E27FC236}">
                <a16:creationId xmlns:a16="http://schemas.microsoft.com/office/drawing/2014/main" id="{BBDE6B47-93C1-4A30-E741-DD059543FFBB}"/>
              </a:ext>
            </a:extLst>
          </p:cNvPr>
          <p:cNvSpPr txBox="1"/>
          <p:nvPr/>
        </p:nvSpPr>
        <p:spPr>
          <a:xfrm>
            <a:off x="429387" y="19088547"/>
            <a:ext cx="9627210" cy="17297043"/>
          </a:xfrm>
          <a:prstGeom prst="rect">
            <a:avLst/>
          </a:prstGeom>
          <a:noFill/>
        </p:spPr>
        <p:txBody>
          <a:bodyPr wrap="square" rtlCol="0">
            <a:spAutoFit/>
          </a:bodyPr>
          <a:lstStyle/>
          <a:p>
            <a:pPr rtl="0">
              <a:spcBef>
                <a:spcPts val="0"/>
              </a:spcBef>
              <a:spcAft>
                <a:spcPts val="0"/>
              </a:spcAft>
            </a:pPr>
            <a:r>
              <a:rPr lang="en-US" sz="2550" b="0" i="0" u="none" strike="noStrike" dirty="0">
                <a:solidFill>
                  <a:srgbClr val="000000"/>
                </a:solidFill>
                <a:effectLst/>
                <a:latin typeface="Times New Roman" panose="02020603050405020304" pitchFamily="18" charset="0"/>
              </a:rPr>
              <a:t>Altering the polarization of an EM wave finds applications in the reflect array used in satellite communication, reducing the detectability of the radar termed as RCS reduction, converting a linearly polarized antenna to circular polarized thereby reducing the feeding and design complexity. For all these applications planar surfaces were more suitable to convert the polarization of an EM wave both in transmission and reflection mode. These surfaces are technically called polarization converters. Conventional techniques used suffer from challenges of design as they are not suitable for compact environments. With the evolution of metamaterials, the exotic properties they possess lead to the development of several applications. Few of them are electromagnetic wave absorption achieved by tuning complex permeability and permittivity, polarization conversion achieved by controlling electric and magnetic resonances which leads to controlling of surface currents. Therefore, meta surfaces have turned to be used as an alternative medium to convert the polarization of EM waves for suitable applications. The development of polarization converters has been significant, because of the need to address the various challenges in communication system polarization mismatches between transmitters and receivers. Initially, single-band polarization converters were designed to convert linearly polarized EM waves into circularly polarized waves within specific frequency bands. Many single band PCs are designed in this way; some of them have wideband converters that can handle both linear-linear and linear-circular conversions. The limitations of single-band PCs, which were confined to specific frequency ranges led to the evolution of dual-band polarization converters. This development based on metasurface was an important advancement. Dual-band converters remain unable to cover an even wider range of frequencies, hence multiband converters came into picture. Multi-band polarization converters were developed as an improvement over dual-band converters to meet the growing demand of modern communication systems, sensor technologies, radar and imaging systems that require more than two frequency bands to operate efficiently. Although multiband PCRs operate in different frequency bands, they are limited to predefined bands and cannot be changed once the design is finalized. In real-world applications, this poses challenges as multiple PCRs are needed for different frequency bands. To address this issue, reconfigurable PCRs have been introduced. These reconfigurable PCRs on the metasurface provide the flexibility to change the polarization conversion behavior in real time. This allows adjustments such as changing the operating frequency band, switching from linear to circular polarization, or even changing the polarization rotation angle.</a:t>
            </a:r>
            <a:endParaRPr lang="en-US" sz="2550" dirty="0"/>
          </a:p>
        </p:txBody>
      </p:sp>
      <p:pic>
        <p:nvPicPr>
          <p:cNvPr id="5" name="Picture 4">
            <a:extLst>
              <a:ext uri="{FF2B5EF4-FFF2-40B4-BE49-F238E27FC236}">
                <a16:creationId xmlns:a16="http://schemas.microsoft.com/office/drawing/2014/main" id="{297F50C4-CD93-7B3E-4BCF-A7D1A7AFC1A8}"/>
              </a:ext>
            </a:extLst>
          </p:cNvPr>
          <p:cNvPicPr>
            <a:picLocks noChangeAspect="1"/>
          </p:cNvPicPr>
          <p:nvPr/>
        </p:nvPicPr>
        <p:blipFill>
          <a:blip r:embed="rId3"/>
          <a:stretch>
            <a:fillRect/>
          </a:stretch>
        </p:blipFill>
        <p:spPr>
          <a:xfrm>
            <a:off x="26898600" y="320343"/>
            <a:ext cx="5128674" cy="2238707"/>
          </a:xfrm>
          <a:prstGeom prst="rect">
            <a:avLst/>
          </a:prstGeom>
        </p:spPr>
      </p:pic>
      <p:sp>
        <p:nvSpPr>
          <p:cNvPr id="10" name="TextBox 9">
            <a:extLst>
              <a:ext uri="{FF2B5EF4-FFF2-40B4-BE49-F238E27FC236}">
                <a16:creationId xmlns:a16="http://schemas.microsoft.com/office/drawing/2014/main" id="{68A829BF-150C-1E1A-F6A1-168F21475341}"/>
              </a:ext>
            </a:extLst>
          </p:cNvPr>
          <p:cNvSpPr txBox="1"/>
          <p:nvPr/>
        </p:nvSpPr>
        <p:spPr>
          <a:xfrm>
            <a:off x="-215505" y="2791681"/>
            <a:ext cx="32050548" cy="784830"/>
          </a:xfrm>
          <a:prstGeom prst="rect">
            <a:avLst/>
          </a:prstGeom>
          <a:noFill/>
        </p:spPr>
        <p:txBody>
          <a:bodyPr wrap="square">
            <a:spAutoFit/>
          </a:bodyPr>
          <a:lstStyle/>
          <a:p>
            <a:pPr algn="ctr"/>
            <a:r>
              <a:rPr lang="en-US" altLang="zh-CN" sz="4500" b="1" baseline="0" dirty="0">
                <a:latin typeface="Poppins" panose="00000500000000000000" pitchFamily="2" charset="0"/>
                <a:ea typeface="SimSun" pitchFamily="2" charset="-122"/>
                <a:cs typeface="Poppins" panose="00000500000000000000" pitchFamily="2" charset="0"/>
              </a:rPr>
              <a:t>&lt;&lt;</a:t>
            </a:r>
            <a:r>
              <a:rPr lang="en-US" sz="4500" b="1" dirty="0">
                <a:latin typeface="Poppins" panose="00000500000000000000" pitchFamily="2" charset="0"/>
                <a:ea typeface="SimSun" pitchFamily="2" charset="-122"/>
                <a:cs typeface="Poppins" panose="00000500000000000000" pitchFamily="2" charset="0"/>
              </a:rPr>
              <a:t> R S </a:t>
            </a:r>
            <a:r>
              <a:rPr lang="en-US" sz="4500" b="1" dirty="0" err="1">
                <a:latin typeface="Poppins" panose="00000500000000000000" pitchFamily="2" charset="0"/>
                <a:ea typeface="SimSun" pitchFamily="2" charset="-122"/>
                <a:cs typeface="Poppins" panose="00000500000000000000" pitchFamily="2" charset="0"/>
              </a:rPr>
              <a:t>S</a:t>
            </a:r>
            <a:r>
              <a:rPr lang="en-US" sz="4500" b="1" dirty="0">
                <a:latin typeface="Poppins" panose="00000500000000000000" pitchFamily="2" charset="0"/>
                <a:ea typeface="SimSun" pitchFamily="2" charset="-122"/>
                <a:cs typeface="Poppins" panose="00000500000000000000" pitchFamily="2" charset="0"/>
              </a:rPr>
              <a:t> </a:t>
            </a:r>
            <a:r>
              <a:rPr lang="en-US" sz="4500" b="1" dirty="0" err="1">
                <a:latin typeface="Poppins" panose="00000500000000000000" pitchFamily="2" charset="0"/>
                <a:ea typeface="SimSun" pitchFamily="2" charset="-122"/>
                <a:cs typeface="Poppins" panose="00000500000000000000" pitchFamily="2" charset="0"/>
              </a:rPr>
              <a:t>S</a:t>
            </a:r>
            <a:r>
              <a:rPr lang="en-US" sz="4500" b="1" dirty="0">
                <a:latin typeface="Poppins" panose="00000500000000000000" pitchFamily="2" charset="0"/>
                <a:ea typeface="SimSun" pitchFamily="2" charset="-122"/>
                <a:cs typeface="Poppins" panose="00000500000000000000" pitchFamily="2" charset="0"/>
              </a:rPr>
              <a:t> SNIGDHA, K S P MAHADEV, MD AKRAM </a:t>
            </a:r>
            <a:r>
              <a:rPr lang="en-US" altLang="zh-CN" sz="4500" b="1" baseline="0" dirty="0">
                <a:latin typeface="Poppins" panose="00000500000000000000" pitchFamily="2" charset="0"/>
                <a:ea typeface="SimSun" pitchFamily="2" charset="-122"/>
                <a:cs typeface="Poppins" panose="00000500000000000000" pitchFamily="2" charset="0"/>
              </a:rPr>
              <a:t>&gt;&gt;</a:t>
            </a:r>
            <a:endParaRPr lang="en-IN" sz="4500" b="1" dirty="0">
              <a:latin typeface="Poppins" panose="00000500000000000000" pitchFamily="2" charset="0"/>
              <a:ea typeface="SimSun" pitchFamily="2" charset="-122"/>
              <a:cs typeface="Poppins" panose="00000500000000000000" pitchFamily="2" charset="0"/>
            </a:endParaRPr>
          </a:p>
        </p:txBody>
      </p:sp>
      <p:pic>
        <p:nvPicPr>
          <p:cNvPr id="13" name="Picture 12">
            <a:extLst>
              <a:ext uri="{FF2B5EF4-FFF2-40B4-BE49-F238E27FC236}">
                <a16:creationId xmlns:a16="http://schemas.microsoft.com/office/drawing/2014/main" id="{8D96FAED-58C9-0E4B-2FA8-3FC130FCA4F3}"/>
              </a:ext>
            </a:extLst>
          </p:cNvPr>
          <p:cNvPicPr>
            <a:picLocks noChangeAspect="1"/>
          </p:cNvPicPr>
          <p:nvPr/>
        </p:nvPicPr>
        <p:blipFill>
          <a:blip r:embed="rId4"/>
          <a:stretch>
            <a:fillRect/>
          </a:stretch>
        </p:blipFill>
        <p:spPr>
          <a:xfrm>
            <a:off x="22357383" y="569413"/>
            <a:ext cx="4541217" cy="1959894"/>
          </a:xfrm>
          <a:prstGeom prst="rect">
            <a:avLst/>
          </a:prstGeom>
        </p:spPr>
      </p:pic>
      <p:pic>
        <p:nvPicPr>
          <p:cNvPr id="39" name="Picture 38">
            <a:extLst>
              <a:ext uri="{FF2B5EF4-FFF2-40B4-BE49-F238E27FC236}">
                <a16:creationId xmlns:a16="http://schemas.microsoft.com/office/drawing/2014/main" id="{4B50CB9E-3F1E-1A3C-E08D-84540C18F1C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609" b="93950" l="3113" r="94553">
                        <a14:foregroundMark x1="3113" y1="14947" x2="3113" y2="14947"/>
                        <a14:foregroundMark x1="14008" y1="16726" x2="14008" y2="16726"/>
                        <a14:foregroundMark x1="22179" y1="21352" x2="22179" y2="21352"/>
                        <a14:foregroundMark x1="30350" y1="19929" x2="30350" y2="19929"/>
                        <a14:foregroundMark x1="32879" y1="39146" x2="32879" y2="39146"/>
                        <a14:foregroundMark x1="9339" y1="44840" x2="9339" y2="44840"/>
                        <a14:foregroundMark x1="42996" y1="39858" x2="42996" y2="39858"/>
                        <a14:foregroundMark x1="53696" y1="39858" x2="53696" y2="39858"/>
                        <a14:foregroundMark x1="63035" y1="41993" x2="63035" y2="41993"/>
                        <a14:foregroundMark x1="75875" y1="40925" x2="75875" y2="40925"/>
                        <a14:foregroundMark x1="80545" y1="35587" x2="80545" y2="35587"/>
                        <a14:foregroundMark x1="94553" y1="44128" x2="94553" y2="44128"/>
                        <a14:foregroundMark x1="8171" y1="56940" x2="8171" y2="56940"/>
                        <a14:foregroundMark x1="13619" y1="58363" x2="13619" y2="58363"/>
                        <a14:foregroundMark x1="21206" y1="57651" x2="21206" y2="57651"/>
                        <a14:foregroundMark x1="28016" y1="59786" x2="28016" y2="59786"/>
                        <a14:foregroundMark x1="36770" y1="61210" x2="36770" y2="61210"/>
                        <a14:foregroundMark x1="8171" y1="87544" x2="8171" y2="87544"/>
                        <a14:foregroundMark x1="14981" y1="87544" x2="14981" y2="87544"/>
                        <a14:foregroundMark x1="21984" y1="87544" x2="21984" y2="87544"/>
                        <a14:foregroundMark x1="32296" y1="88256" x2="32296" y2="88256"/>
                        <a14:foregroundMark x1="43580" y1="91103" x2="43580" y2="91103"/>
                        <a14:foregroundMark x1="52918" y1="88256" x2="52918" y2="88256"/>
                        <a14:foregroundMark x1="63230" y1="93950" x2="63230" y2="93950"/>
                        <a14:foregroundMark x1="71595" y1="90391" x2="71595" y2="90391"/>
                        <a14:foregroundMark x1="81907" y1="92171" x2="81907" y2="92171"/>
                        <a14:foregroundMark x1="14008" y1="37722" x2="14008" y2="37722"/>
                        <a14:foregroundMark x1="23346" y1="40569" x2="23346" y2="40569"/>
                        <a14:backgroundMark x1="6420" y1="39146" x2="6420" y2="39146"/>
                        <a14:backgroundMark x1="7004" y1="39146" x2="7004" y2="39146"/>
                        <a14:backgroundMark x1="7004" y1="40925" x2="7004" y2="40925"/>
                        <a14:backgroundMark x1="6420" y1="41993" x2="6420" y2="41993"/>
                        <a14:backgroundMark x1="5837" y1="38078" x2="5837" y2="38078"/>
                        <a14:backgroundMark x1="6226" y1="41281" x2="6226" y2="41281"/>
                        <a14:backgroundMark x1="6615" y1="84698" x2="6615" y2="84698"/>
                        <a14:backgroundMark x1="46109" y1="88256" x2="46109" y2="88256"/>
                        <a14:backgroundMark x1="73346" y1="86121" x2="73346" y2="86121"/>
                        <a14:backgroundMark x1="45525" y1="38078" x2="45525" y2="38078"/>
                        <a14:backgroundMark x1="34436" y1="39858" x2="34436" y2="39858"/>
                        <a14:backgroundMark x1="25875" y1="37722" x2="25875" y2="37722"/>
                        <a14:backgroundMark x1="29183" y1="63345" x2="29183" y2="63345"/>
                        <a14:backgroundMark x1="20428" y1="38434" x2="20428" y2="38434"/>
                      </a14:backgroundRemoval>
                    </a14:imgEffect>
                  </a14:imgLayer>
                </a14:imgProps>
              </a:ext>
            </a:extLst>
          </a:blip>
          <a:stretch>
            <a:fillRect/>
          </a:stretch>
        </p:blipFill>
        <p:spPr>
          <a:xfrm>
            <a:off x="4990684" y="217721"/>
            <a:ext cx="3865337" cy="2113153"/>
          </a:xfrm>
          <a:prstGeom prst="rect">
            <a:avLst/>
          </a:prstGeom>
        </p:spPr>
      </p:pic>
      <p:sp>
        <p:nvSpPr>
          <p:cNvPr id="4" name="Rectangle: Rounded Corners 3">
            <a:extLst>
              <a:ext uri="{FF2B5EF4-FFF2-40B4-BE49-F238E27FC236}">
                <a16:creationId xmlns:a16="http://schemas.microsoft.com/office/drawing/2014/main" id="{E05C3FB2-1855-4CF1-388D-5C6E150555AC}"/>
              </a:ext>
            </a:extLst>
          </p:cNvPr>
          <p:cNvSpPr/>
          <p:nvPr/>
        </p:nvSpPr>
        <p:spPr>
          <a:xfrm>
            <a:off x="21047062" y="15375604"/>
            <a:ext cx="10515597" cy="8806140"/>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7200" dirty="0">
              <a:solidFill>
                <a:schemeClr val="tx1"/>
              </a:solidFill>
            </a:endParaRPr>
          </a:p>
        </p:txBody>
      </p:sp>
      <p:sp>
        <p:nvSpPr>
          <p:cNvPr id="8" name="TextBox 7">
            <a:extLst>
              <a:ext uri="{FF2B5EF4-FFF2-40B4-BE49-F238E27FC236}">
                <a16:creationId xmlns:a16="http://schemas.microsoft.com/office/drawing/2014/main" id="{12F328CE-FB23-EBBB-409E-481560B3846B}"/>
              </a:ext>
            </a:extLst>
          </p:cNvPr>
          <p:cNvSpPr txBox="1"/>
          <p:nvPr/>
        </p:nvSpPr>
        <p:spPr>
          <a:xfrm>
            <a:off x="21047062" y="15615676"/>
            <a:ext cx="502413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Conclusion</a:t>
            </a:r>
          </a:p>
        </p:txBody>
      </p:sp>
      <p:sp>
        <p:nvSpPr>
          <p:cNvPr id="11" name="TextBox 10">
            <a:extLst>
              <a:ext uri="{FF2B5EF4-FFF2-40B4-BE49-F238E27FC236}">
                <a16:creationId xmlns:a16="http://schemas.microsoft.com/office/drawing/2014/main" id="{AF3F89E9-01CC-2628-EE6A-C504790AD10C}"/>
              </a:ext>
            </a:extLst>
          </p:cNvPr>
          <p:cNvSpPr txBox="1"/>
          <p:nvPr/>
        </p:nvSpPr>
        <p:spPr>
          <a:xfrm>
            <a:off x="21201052" y="16854049"/>
            <a:ext cx="9507548" cy="3970318"/>
          </a:xfrm>
          <a:prstGeom prst="rect">
            <a:avLst/>
          </a:prstGeom>
          <a:noFill/>
        </p:spPr>
        <p:txBody>
          <a:bodyPr wrap="square" rtlCol="0">
            <a:spAutoFit/>
          </a:bodyPr>
          <a:lstStyle/>
          <a:p>
            <a:pPr marL="0" marR="0" lvl="0" indent="0" rtl="0">
              <a:lnSpc>
                <a:spcPct val="100000"/>
              </a:lnSpc>
              <a:spcBef>
                <a:spcPts val="0"/>
              </a:spcBef>
              <a:spcAft>
                <a:spcPts val="0"/>
              </a:spcAft>
              <a:buClr>
                <a:srgbClr val="000000"/>
              </a:buClr>
              <a:buSzPts val="1400"/>
              <a:buFont typeface="Arial"/>
              <a:buNone/>
            </a:pPr>
            <a:r>
              <a:rPr lang="en-US" sz="2800" b="0" i="0" dirty="0">
                <a:solidFill>
                  <a:srgbClr val="000000"/>
                </a:solidFill>
                <a:effectLst/>
                <a:latin typeface="Times New Roman" panose="02020603050405020304" pitchFamily="18" charset="0"/>
                <a:cs typeface="Times New Roman" panose="02020603050405020304" pitchFamily="18" charset="0"/>
              </a:rPr>
              <a:t>In our simulation using Ansys 2024, we designed a meta surface of a size 10x10 mm in width 1.6 mm. It had three distinct linear polarization bands and a near-circular polarization band. With further fine-tuning of the structure, one may obtain multiple circular polarization bands without changing the feeding technique. This is an evidence that the meta surface is very flexible in its capability to control polarization and therefore is best suited for high-level applications such as communication systems, sensors, and radar technologies.</a:t>
            </a:r>
            <a:r>
              <a:rPr lang="en-US" sz="2800" b="1" i="0" u="none" strike="noStrike" cap="none" dirty="0">
                <a:solidFill>
                  <a:srgbClr val="000000"/>
                </a:solidFill>
                <a:latin typeface="Times New Roman" panose="02020603050405020304" pitchFamily="18" charset="0"/>
                <a:ea typeface="Verdana"/>
                <a:cs typeface="Times New Roman" panose="02020603050405020304" pitchFamily="18" charset="0"/>
                <a:sym typeface="Verdana"/>
              </a:rPr>
              <a:t> </a:t>
            </a:r>
            <a:endParaRPr lang="en-US" sz="2800" dirty="0">
              <a:latin typeface="Times New Roman" panose="02020603050405020304" pitchFamily="18" charset="0"/>
              <a:cs typeface="Times New Roman" panose="02020603050405020304" pitchFamily="18" charset="0"/>
            </a:endParaRPr>
          </a:p>
        </p:txBody>
      </p:sp>
      <p:pic>
        <p:nvPicPr>
          <p:cNvPr id="42" name="Picture 41" descr="A diagram of a design process&#10;&#10;Description automatically generated">
            <a:extLst>
              <a:ext uri="{FF2B5EF4-FFF2-40B4-BE49-F238E27FC236}">
                <a16:creationId xmlns:a16="http://schemas.microsoft.com/office/drawing/2014/main" id="{625F8F86-6902-6242-C9C6-A0190A8E8C61}"/>
              </a:ext>
            </a:extLst>
          </p:cNvPr>
          <p:cNvPicPr>
            <a:picLocks noChangeAspect="1"/>
          </p:cNvPicPr>
          <p:nvPr/>
        </p:nvPicPr>
        <p:blipFill>
          <a:blip r:embed="rId7"/>
          <a:stretch>
            <a:fillRect/>
          </a:stretch>
        </p:blipFill>
        <p:spPr>
          <a:xfrm>
            <a:off x="11334908" y="5554825"/>
            <a:ext cx="8579304" cy="18230545"/>
          </a:xfrm>
          <a:prstGeom prst="rect">
            <a:avLst/>
          </a:prstGeom>
        </p:spPr>
      </p:pic>
      <p:sp>
        <p:nvSpPr>
          <p:cNvPr id="44" name="TextBox 43">
            <a:extLst>
              <a:ext uri="{FF2B5EF4-FFF2-40B4-BE49-F238E27FC236}">
                <a16:creationId xmlns:a16="http://schemas.microsoft.com/office/drawing/2014/main" id="{30C19774-217E-DD08-6CC0-DCD798604386}"/>
              </a:ext>
            </a:extLst>
          </p:cNvPr>
          <p:cNvSpPr txBox="1"/>
          <p:nvPr/>
        </p:nvSpPr>
        <p:spPr>
          <a:xfrm>
            <a:off x="11002161" y="25680028"/>
            <a:ext cx="16205200" cy="2677656"/>
          </a:xfrm>
          <a:prstGeom prst="rect">
            <a:avLst/>
          </a:prstGeom>
          <a:noFill/>
        </p:spPr>
        <p:txBody>
          <a:bodyPr wrap="square">
            <a:spAutoFit/>
          </a:bodyPr>
          <a:lstStyle/>
          <a:p>
            <a:pPr marL="0" marR="0" lvl="0" indent="0" algn="l" rtl="0">
              <a:lnSpc>
                <a:spcPct val="100000"/>
              </a:lnSpc>
              <a:spcBef>
                <a:spcPts val="0"/>
              </a:spcBef>
              <a:spcAft>
                <a:spcPts val="0"/>
              </a:spcAft>
              <a:buNone/>
            </a:pPr>
            <a:r>
              <a:rPr lang="en-US" sz="2800" b="0" i="0" dirty="0">
                <a:solidFill>
                  <a:srgbClr val="000000"/>
                </a:solidFill>
                <a:effectLst/>
                <a:latin typeface="Times New Roman" panose="02020603050405020304" pitchFamily="18" charset="0"/>
                <a:cs typeface="Times New Roman" panose="02020603050405020304" pitchFamily="18" charset="0"/>
              </a:rPr>
              <a:t>Future work can then be dedicated to the extension of the polarization conversion beyond a single frequency bands. The inclusion of tunable elements like varactors or diodes will allow for real-time reconfiguration. Broadband designs will have non-inefficient conversions over wider bands than those exhibited here. Finally, multi-mode polarization control along with integration with active devices will further the adaptability of the platform. Prototyping along with machine learning optimization will help validate and refine designs ready for application in IoT and other satellite communication systems.</a:t>
            </a:r>
            <a:endParaRPr lang="en-US" sz="2800" dirty="0">
              <a:latin typeface="Times New Roman" panose="02020603050405020304" pitchFamily="18" charset="0"/>
              <a:cs typeface="Times New Roman" panose="02020603050405020304" pitchFamily="18" charset="0"/>
            </a:endParaRPr>
          </a:p>
        </p:txBody>
      </p:sp>
      <p:pic>
        <p:nvPicPr>
          <p:cNvPr id="45" name="Picture 44">
            <a:extLst>
              <a:ext uri="{FF2B5EF4-FFF2-40B4-BE49-F238E27FC236}">
                <a16:creationId xmlns:a16="http://schemas.microsoft.com/office/drawing/2014/main" id="{92E07161-AB1B-23DF-3947-FAF5468E3444}"/>
              </a:ext>
            </a:extLst>
          </p:cNvPr>
          <p:cNvPicPr>
            <a:picLocks noChangeAspect="1"/>
          </p:cNvPicPr>
          <p:nvPr/>
        </p:nvPicPr>
        <p:blipFill>
          <a:blip r:embed="rId8"/>
          <a:stretch>
            <a:fillRect/>
          </a:stretch>
        </p:blipFill>
        <p:spPr>
          <a:xfrm>
            <a:off x="20975020" y="5877307"/>
            <a:ext cx="10326357" cy="4138512"/>
          </a:xfrm>
          <a:prstGeom prst="rect">
            <a:avLst/>
          </a:prstGeom>
        </p:spPr>
      </p:pic>
      <p:pic>
        <p:nvPicPr>
          <p:cNvPr id="46" name="Picture 45">
            <a:extLst>
              <a:ext uri="{FF2B5EF4-FFF2-40B4-BE49-F238E27FC236}">
                <a16:creationId xmlns:a16="http://schemas.microsoft.com/office/drawing/2014/main" id="{1A3E4A33-122C-74FF-F514-151DE9423A1D}"/>
              </a:ext>
            </a:extLst>
          </p:cNvPr>
          <p:cNvPicPr>
            <a:picLocks noChangeAspect="1"/>
          </p:cNvPicPr>
          <p:nvPr/>
        </p:nvPicPr>
        <p:blipFill>
          <a:blip r:embed="rId9"/>
          <a:stretch>
            <a:fillRect/>
          </a:stretch>
        </p:blipFill>
        <p:spPr>
          <a:xfrm>
            <a:off x="21192524" y="10638650"/>
            <a:ext cx="10193371" cy="3985989"/>
          </a:xfrm>
          <a:prstGeom prst="rect">
            <a:avLst/>
          </a:prstGeom>
        </p:spPr>
      </p:pic>
      <p:sp>
        <p:nvSpPr>
          <p:cNvPr id="47" name="TextBox 46">
            <a:extLst>
              <a:ext uri="{FF2B5EF4-FFF2-40B4-BE49-F238E27FC236}">
                <a16:creationId xmlns:a16="http://schemas.microsoft.com/office/drawing/2014/main" id="{687102A6-8848-7120-7288-E3217618B31B}"/>
              </a:ext>
            </a:extLst>
          </p:cNvPr>
          <p:cNvSpPr txBox="1"/>
          <p:nvPr/>
        </p:nvSpPr>
        <p:spPr>
          <a:xfrm>
            <a:off x="11069852" y="32357682"/>
            <a:ext cx="20316043"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Multi-Band Reflective Polarization Converter with Metasurface can have a significant impact on society by improving communication systems through efficient polarization conversion and increasing the reliability of 5G and future networks. It also benefits radar and sensor technologies used in areas such as defense and autonomous vehicles, enabling more accurate data collection. In addition, the project supports advances in new technologies such as IoT and satellite communications and contributes to the modernization of infrastructure. By enabling reconfigurable designs, it promotes cost-effectiveness and sustainability and reduces material and energy consumption.</a:t>
            </a:r>
          </a:p>
        </p:txBody>
      </p:sp>
    </p:spTree>
    <p:extLst>
      <p:ext uri="{BB962C8B-B14F-4D97-AF65-F5344CB8AC3E}">
        <p14:creationId xmlns:p14="http://schemas.microsoft.com/office/powerpoint/2010/main" val="215355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6529</TotalTime>
  <Words>1004</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Poppins</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lilu1</dc:creator>
  <cp:lastModifiedBy>sai YK mahadev</cp:lastModifiedBy>
  <cp:revision>202</cp:revision>
  <cp:lastPrinted>2013-08-04T02:58:23Z</cp:lastPrinted>
  <dcterms:created xsi:type="dcterms:W3CDTF">2011-10-21T15:46:33Z</dcterms:created>
  <dcterms:modified xsi:type="dcterms:W3CDTF">2024-10-16T05:06:50Z</dcterms:modified>
</cp:coreProperties>
</file>